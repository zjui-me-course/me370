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1"/>
  </p:notesMasterIdLst>
  <p:sldIdLst>
    <p:sldId id="283" r:id="rId2"/>
    <p:sldId id="292" r:id="rId3"/>
    <p:sldId id="277" r:id="rId4"/>
    <p:sldId id="290" r:id="rId5"/>
    <p:sldId id="296" r:id="rId6"/>
    <p:sldId id="294" r:id="rId7"/>
    <p:sldId id="297" r:id="rId8"/>
    <p:sldId id="291" r:id="rId9"/>
    <p:sldId id="285"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SaRiTD9uDhGJ3nUfwohnl+c0R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B36"/>
    <a:srgbClr val="15264B"/>
    <a:srgbClr val="1B4284"/>
    <a:srgbClr val="FA5738"/>
    <a:srgbClr val="FF552E"/>
    <a:srgbClr val="13294B"/>
    <a:srgbClr val="0E2248"/>
    <a:srgbClr val="0E2E5A"/>
    <a:srgbClr val="0B1A53"/>
    <a:srgbClr val="030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D647E-53C0-4B14-9E64-58A25254C25D}" v="7" dt="2025-09-30T21:21:20.319"/>
    <p1510:client id="{663EDC9D-487F-4313-9BE1-07EE0AD3439C}" v="15" dt="2025-09-30T21:35:28.675"/>
    <p1510:client id="{89748A89-A066-4662-9910-D7D5ECF45123}" v="336" dt="2025-09-30T18:04:36.472"/>
    <p1510:client id="{A28984F5-5640-4413-B195-8EE99B5EED3F}" v="54" dt="2025-09-30T19:30:51.557"/>
    <p1510:client id="{BC79E169-0156-4C20-BD49-F7C2BDEF8564}" v="56" dt="2025-09-30T19:49:59.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707"/>
  </p:normalViewPr>
  <p:slideViewPr>
    <p:cSldViewPr snapToGrid="0" snapToObjects="1">
      <p:cViewPr varScale="1">
        <p:scale>
          <a:sx n="59" d="100"/>
          <a:sy n="59" d="100"/>
        </p:scale>
        <p:origin x="38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9"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38" Type="http://schemas.openxmlformats.org/officeDocument/2006/relationships/theme" Target="theme/theme1.xml"/><Relationship Id="rId2" Type="http://schemas.openxmlformats.org/officeDocument/2006/relationships/slide" Target="slides/slide1.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36"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35"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zabeth Hsiao-Wecksler" userId="hAVq9534sDWQQ/q+TFr5CxCXAkMlGgxlKQ1qbmWJrRQ=" providerId="None" clId="Web-{663EDC9D-487F-4313-9BE1-07EE0AD3439C}"/>
    <pc:docChg chg="modSld">
      <pc:chgData name="Elizabeth Hsiao-Wecksler" userId="hAVq9534sDWQQ/q+TFr5CxCXAkMlGgxlKQ1qbmWJrRQ=" providerId="None" clId="Web-{663EDC9D-487F-4313-9BE1-07EE0AD3439C}" dt="2025-09-30T21:35:28.675" v="14" actId="20577"/>
      <pc:docMkLst>
        <pc:docMk/>
      </pc:docMkLst>
      <pc:sldChg chg="modSp">
        <pc:chgData name="Elizabeth Hsiao-Wecksler" userId="hAVq9534sDWQQ/q+TFr5CxCXAkMlGgxlKQ1qbmWJrRQ=" providerId="None" clId="Web-{663EDC9D-487F-4313-9BE1-07EE0AD3439C}" dt="2025-09-30T21:35:28.675" v="14" actId="20577"/>
        <pc:sldMkLst>
          <pc:docMk/>
          <pc:sldMk cId="2955881096" sldId="292"/>
        </pc:sldMkLst>
        <pc:spChg chg="mod">
          <ac:chgData name="Elizabeth Hsiao-Wecksler" userId="hAVq9534sDWQQ/q+TFr5CxCXAkMlGgxlKQ1qbmWJrRQ=" providerId="None" clId="Web-{663EDC9D-487F-4313-9BE1-07EE0AD3439C}" dt="2025-09-30T21:35:28.675" v="14" actId="20577"/>
          <ac:spMkLst>
            <pc:docMk/>
            <pc:sldMk cId="2955881096" sldId="292"/>
            <ac:spMk id="147" creationId="{4D9E433B-9FB5-06A3-392B-80FB49CCC07C}"/>
          </ac:spMkLst>
        </pc:spChg>
      </pc:sldChg>
    </pc:docChg>
  </pc:docChgLst>
  <pc:docChgLst>
    <pc:chgData name="Elizabeth Hsiao-Wecksler" userId="hAVq9534sDWQQ/q+TFr5CxCXAkMlGgxlKQ1qbmWJrRQ=" providerId="None" clId="Web-{BC79E169-0156-4C20-BD49-F7C2BDEF8564}"/>
    <pc:docChg chg="addSld delSld modSld modMainMaster">
      <pc:chgData name="Elizabeth Hsiao-Wecksler" userId="hAVq9534sDWQQ/q+TFr5CxCXAkMlGgxlKQ1qbmWJrRQ=" providerId="None" clId="Web-{BC79E169-0156-4C20-BD49-F7C2BDEF8564}" dt="2025-09-30T19:49:59.635" v="47"/>
      <pc:docMkLst>
        <pc:docMk/>
      </pc:docMkLst>
      <pc:sldChg chg="addSp delSp modSp">
        <pc:chgData name="Elizabeth Hsiao-Wecksler" userId="hAVq9534sDWQQ/q+TFr5CxCXAkMlGgxlKQ1qbmWJrRQ=" providerId="None" clId="Web-{BC79E169-0156-4C20-BD49-F7C2BDEF8564}" dt="2025-09-30T19:49:17.978" v="41"/>
        <pc:sldMkLst>
          <pc:docMk/>
          <pc:sldMk cId="2492365327" sldId="277"/>
        </pc:sldMkLst>
        <pc:spChg chg="add del mod">
          <ac:chgData name="Elizabeth Hsiao-Wecksler" userId="hAVq9534sDWQQ/q+TFr5CxCXAkMlGgxlKQ1qbmWJrRQ=" providerId="None" clId="Web-{BC79E169-0156-4C20-BD49-F7C2BDEF8564}" dt="2025-09-30T19:46:11.727" v="20"/>
          <ac:spMkLst>
            <pc:docMk/>
            <pc:sldMk cId="2492365327" sldId="277"/>
            <ac:spMk id="3" creationId="{604A229F-D780-EE71-E9D9-3BD1B502BE2C}"/>
          </ac:spMkLst>
        </pc:spChg>
        <pc:spChg chg="add del mod">
          <ac:chgData name="Elizabeth Hsiao-Wecksler" userId="hAVq9534sDWQQ/q+TFr5CxCXAkMlGgxlKQ1qbmWJrRQ=" providerId="None" clId="Web-{BC79E169-0156-4C20-BD49-F7C2BDEF8564}" dt="2025-09-30T19:47:25.711" v="33"/>
          <ac:spMkLst>
            <pc:docMk/>
            <pc:sldMk cId="2492365327" sldId="277"/>
            <ac:spMk id="4" creationId="{08CBDD3C-D2C2-D53C-85D6-6C884C718BAD}"/>
          </ac:spMkLst>
        </pc:spChg>
        <pc:spChg chg="add mod">
          <ac:chgData name="Elizabeth Hsiao-Wecksler" userId="hAVq9534sDWQQ/q+TFr5CxCXAkMlGgxlKQ1qbmWJrRQ=" providerId="None" clId="Web-{BC79E169-0156-4C20-BD49-F7C2BDEF8564}" dt="2025-09-30T19:49:17.978" v="41"/>
          <ac:spMkLst>
            <pc:docMk/>
            <pc:sldMk cId="2492365327" sldId="277"/>
            <ac:spMk id="5" creationId="{37130E86-44D1-D02E-AE8B-11892C84B855}"/>
          </ac:spMkLst>
        </pc:spChg>
        <pc:spChg chg="mod">
          <ac:chgData name="Elizabeth Hsiao-Wecksler" userId="hAVq9534sDWQQ/q+TFr5CxCXAkMlGgxlKQ1qbmWJrRQ=" providerId="None" clId="Web-{BC79E169-0156-4C20-BD49-F7C2BDEF8564}" dt="2025-09-30T19:45:01.711" v="17" actId="14100"/>
          <ac:spMkLst>
            <pc:docMk/>
            <pc:sldMk cId="2492365327" sldId="277"/>
            <ac:spMk id="19" creationId="{52C66BBC-9453-B54E-8859-F2AF5ADAFA53}"/>
          </ac:spMkLst>
        </pc:spChg>
      </pc:sldChg>
      <pc:sldChg chg="addSp delSp modSp">
        <pc:chgData name="Elizabeth Hsiao-Wecksler" userId="hAVq9534sDWQQ/q+TFr5CxCXAkMlGgxlKQ1qbmWJrRQ=" providerId="None" clId="Web-{BC79E169-0156-4C20-BD49-F7C2BDEF8564}" dt="2025-09-30T19:47:09.774" v="30"/>
        <pc:sldMkLst>
          <pc:docMk/>
          <pc:sldMk cId="2981613436" sldId="283"/>
        </pc:sldMkLst>
        <pc:spChg chg="add del mod">
          <ac:chgData name="Elizabeth Hsiao-Wecksler" userId="hAVq9534sDWQQ/q+TFr5CxCXAkMlGgxlKQ1qbmWJrRQ=" providerId="None" clId="Web-{BC79E169-0156-4C20-BD49-F7C2BDEF8564}" dt="2025-09-30T19:47:09.774" v="30"/>
          <ac:spMkLst>
            <pc:docMk/>
            <pc:sldMk cId="2981613436" sldId="283"/>
            <ac:spMk id="2" creationId="{AB71A6C6-0053-4DD2-43AF-D2D74CB15DBC}"/>
          </ac:spMkLst>
        </pc:spChg>
      </pc:sldChg>
      <pc:sldChg chg="addSp delSp modSp">
        <pc:chgData name="Elizabeth Hsiao-Wecksler" userId="hAVq9534sDWQQ/q+TFr5CxCXAkMlGgxlKQ1qbmWJrRQ=" providerId="None" clId="Web-{BC79E169-0156-4C20-BD49-F7C2BDEF8564}" dt="2025-09-30T19:47:09.774" v="30"/>
        <pc:sldMkLst>
          <pc:docMk/>
          <pc:sldMk cId="2780405438" sldId="285"/>
        </pc:sldMkLst>
        <pc:spChg chg="add del mod">
          <ac:chgData name="Elizabeth Hsiao-Wecksler" userId="hAVq9534sDWQQ/q+TFr5CxCXAkMlGgxlKQ1qbmWJrRQ=" providerId="None" clId="Web-{BC79E169-0156-4C20-BD49-F7C2BDEF8564}" dt="2025-09-30T19:47:09.774" v="30"/>
          <ac:spMkLst>
            <pc:docMk/>
            <pc:sldMk cId="2780405438" sldId="285"/>
            <ac:spMk id="4" creationId="{BB23F9C2-97B2-F5E0-6495-AEC5A81762F7}"/>
          </ac:spMkLst>
        </pc:spChg>
      </pc:sldChg>
      <pc:sldChg chg="addSp delSp modSp">
        <pc:chgData name="Elizabeth Hsiao-Wecksler" userId="hAVq9534sDWQQ/q+TFr5CxCXAkMlGgxlKQ1qbmWJrRQ=" providerId="None" clId="Web-{BC79E169-0156-4C20-BD49-F7C2BDEF8564}" dt="2025-09-30T19:49:56.666" v="46"/>
        <pc:sldMkLst>
          <pc:docMk/>
          <pc:sldMk cId="3056494281" sldId="286"/>
        </pc:sldMkLst>
        <pc:spChg chg="add del mod">
          <ac:chgData name="Elizabeth Hsiao-Wecksler" userId="hAVq9534sDWQQ/q+TFr5CxCXAkMlGgxlKQ1qbmWJrRQ=" providerId="None" clId="Web-{BC79E169-0156-4C20-BD49-F7C2BDEF8564}" dt="2025-09-30T19:47:09.774" v="30"/>
          <ac:spMkLst>
            <pc:docMk/>
            <pc:sldMk cId="3056494281" sldId="286"/>
            <ac:spMk id="2" creationId="{76C9B917-0745-9576-F876-5C2553151C71}"/>
          </ac:spMkLst>
        </pc:spChg>
        <pc:spChg chg="add mod">
          <ac:chgData name="Elizabeth Hsiao-Wecksler" userId="hAVq9534sDWQQ/q+TFr5CxCXAkMlGgxlKQ1qbmWJrRQ=" providerId="None" clId="Web-{BC79E169-0156-4C20-BD49-F7C2BDEF8564}" dt="2025-09-30T19:49:56.666" v="46"/>
          <ac:spMkLst>
            <pc:docMk/>
            <pc:sldMk cId="3056494281" sldId="286"/>
            <ac:spMk id="5" creationId="{082BB783-106F-0AC3-9DD8-50F31F08B098}"/>
          </ac:spMkLst>
        </pc:spChg>
      </pc:sldChg>
      <pc:sldChg chg="addSp delSp modSp">
        <pc:chgData name="Elizabeth Hsiao-Wecksler" userId="hAVq9534sDWQQ/q+TFr5CxCXAkMlGgxlKQ1qbmWJrRQ=" providerId="None" clId="Web-{BC79E169-0156-4C20-BD49-F7C2BDEF8564}" dt="2025-09-30T19:49:59.635" v="47"/>
        <pc:sldMkLst>
          <pc:docMk/>
          <pc:sldMk cId="1849579333" sldId="287"/>
        </pc:sldMkLst>
        <pc:spChg chg="add del mod">
          <ac:chgData name="Elizabeth Hsiao-Wecksler" userId="hAVq9534sDWQQ/q+TFr5CxCXAkMlGgxlKQ1qbmWJrRQ=" providerId="None" clId="Web-{BC79E169-0156-4C20-BD49-F7C2BDEF8564}" dt="2025-09-30T19:47:09.774" v="30"/>
          <ac:spMkLst>
            <pc:docMk/>
            <pc:sldMk cId="1849579333" sldId="287"/>
            <ac:spMk id="2" creationId="{4FB59A97-F2BF-2906-06A6-DCFE634F8A49}"/>
          </ac:spMkLst>
        </pc:spChg>
        <pc:spChg chg="add mod">
          <ac:chgData name="Elizabeth Hsiao-Wecksler" userId="hAVq9534sDWQQ/q+TFr5CxCXAkMlGgxlKQ1qbmWJrRQ=" providerId="None" clId="Web-{BC79E169-0156-4C20-BD49-F7C2BDEF8564}" dt="2025-09-30T19:49:59.635" v="47"/>
          <ac:spMkLst>
            <pc:docMk/>
            <pc:sldMk cId="1849579333" sldId="287"/>
            <ac:spMk id="5" creationId="{02D845C7-B2B8-26D0-3F8B-B947DCAD22E6}"/>
          </ac:spMkLst>
        </pc:spChg>
      </pc:sldChg>
      <pc:sldChg chg="addSp delSp modSp">
        <pc:chgData name="Elizabeth Hsiao-Wecksler" userId="hAVq9534sDWQQ/q+TFr5CxCXAkMlGgxlKQ1qbmWJrRQ=" providerId="None" clId="Web-{BC79E169-0156-4C20-BD49-F7C2BDEF8564}" dt="2025-09-30T19:49:45.119" v="42"/>
        <pc:sldMkLst>
          <pc:docMk/>
          <pc:sldMk cId="675629889" sldId="290"/>
        </pc:sldMkLst>
        <pc:spChg chg="add del mod">
          <ac:chgData name="Elizabeth Hsiao-Wecksler" userId="hAVq9534sDWQQ/q+TFr5CxCXAkMlGgxlKQ1qbmWJrRQ=" providerId="None" clId="Web-{BC79E169-0156-4C20-BD49-F7C2BDEF8564}" dt="2025-09-30T19:47:09.774" v="30"/>
          <ac:spMkLst>
            <pc:docMk/>
            <pc:sldMk cId="675629889" sldId="290"/>
            <ac:spMk id="2" creationId="{20F6AF89-8A34-856D-7D80-3A3E96F2E27C}"/>
          </ac:spMkLst>
        </pc:spChg>
        <pc:spChg chg="add del">
          <ac:chgData name="Elizabeth Hsiao-Wecksler" userId="hAVq9534sDWQQ/q+TFr5CxCXAkMlGgxlKQ1qbmWJrRQ=" providerId="None" clId="Web-{BC79E169-0156-4C20-BD49-F7C2BDEF8564}" dt="2025-09-30T19:48:58.462" v="39"/>
          <ac:spMkLst>
            <pc:docMk/>
            <pc:sldMk cId="675629889" sldId="290"/>
            <ac:spMk id="5" creationId="{E42F0C48-C2A6-2816-B465-AB90F955B649}"/>
          </ac:spMkLst>
        </pc:spChg>
        <pc:spChg chg="add mod">
          <ac:chgData name="Elizabeth Hsiao-Wecksler" userId="hAVq9534sDWQQ/q+TFr5CxCXAkMlGgxlKQ1qbmWJrRQ=" providerId="None" clId="Web-{BC79E169-0156-4C20-BD49-F7C2BDEF8564}" dt="2025-09-30T19:49:45.119" v="42"/>
          <ac:spMkLst>
            <pc:docMk/>
            <pc:sldMk cId="675629889" sldId="290"/>
            <ac:spMk id="7" creationId="{B5D60831-80A6-0EDC-5ABE-5FD76CB6EC73}"/>
          </ac:spMkLst>
        </pc:spChg>
      </pc:sldChg>
      <pc:sldChg chg="addSp delSp modSp">
        <pc:chgData name="Elizabeth Hsiao-Wecksler" userId="hAVq9534sDWQQ/q+TFr5CxCXAkMlGgxlKQ1qbmWJrRQ=" providerId="None" clId="Web-{BC79E169-0156-4C20-BD49-F7C2BDEF8564}" dt="2025-09-30T19:49:50.979" v="44"/>
        <pc:sldMkLst>
          <pc:docMk/>
          <pc:sldMk cId="756668012" sldId="291"/>
        </pc:sldMkLst>
        <pc:spChg chg="add del mod">
          <ac:chgData name="Elizabeth Hsiao-Wecksler" userId="hAVq9534sDWQQ/q+TFr5CxCXAkMlGgxlKQ1qbmWJrRQ=" providerId="None" clId="Web-{BC79E169-0156-4C20-BD49-F7C2BDEF8564}" dt="2025-09-30T19:47:09.774" v="30"/>
          <ac:spMkLst>
            <pc:docMk/>
            <pc:sldMk cId="756668012" sldId="291"/>
            <ac:spMk id="2" creationId="{C3074D40-C4D8-5979-5339-42A28B95F65B}"/>
          </ac:spMkLst>
        </pc:spChg>
        <pc:spChg chg="add mod">
          <ac:chgData name="Elizabeth Hsiao-Wecksler" userId="hAVq9534sDWQQ/q+TFr5CxCXAkMlGgxlKQ1qbmWJrRQ=" providerId="None" clId="Web-{BC79E169-0156-4C20-BD49-F7C2BDEF8564}" dt="2025-09-30T19:49:50.979" v="44"/>
          <ac:spMkLst>
            <pc:docMk/>
            <pc:sldMk cId="756668012" sldId="291"/>
            <ac:spMk id="5" creationId="{806D1066-6720-14A0-2406-A526DD919C80}"/>
          </ac:spMkLst>
        </pc:spChg>
        <pc:spChg chg="mod">
          <ac:chgData name="Elizabeth Hsiao-Wecksler" userId="hAVq9534sDWQQ/q+TFr5CxCXAkMlGgxlKQ1qbmWJrRQ=" providerId="None" clId="Web-{BC79E169-0156-4C20-BD49-F7C2BDEF8564}" dt="2025-09-30T19:43:52.211" v="12" actId="20577"/>
          <ac:spMkLst>
            <pc:docMk/>
            <pc:sldMk cId="756668012" sldId="291"/>
            <ac:spMk id="147" creationId="{9713FC8F-A490-28DA-8526-7B7FCFA4C0B0}"/>
          </ac:spMkLst>
        </pc:spChg>
      </pc:sldChg>
      <pc:sldChg chg="addSp delSp modSp add del">
        <pc:chgData name="Elizabeth Hsiao-Wecksler" userId="hAVq9534sDWQQ/q+TFr5CxCXAkMlGgxlKQ1qbmWJrRQ=" providerId="None" clId="Web-{BC79E169-0156-4C20-BD49-F7C2BDEF8564}" dt="2025-09-30T19:48:08.024" v="37"/>
        <pc:sldMkLst>
          <pc:docMk/>
          <pc:sldMk cId="2955881096" sldId="292"/>
        </pc:sldMkLst>
        <pc:spChg chg="add del mod">
          <ac:chgData name="Elizabeth Hsiao-Wecksler" userId="hAVq9534sDWQQ/q+TFr5CxCXAkMlGgxlKQ1qbmWJrRQ=" providerId="None" clId="Web-{BC79E169-0156-4C20-BD49-F7C2BDEF8564}" dt="2025-09-30T19:47:09.774" v="30"/>
          <ac:spMkLst>
            <pc:docMk/>
            <pc:sldMk cId="2955881096" sldId="292"/>
            <ac:spMk id="2" creationId="{324199C2-DA58-673E-BC49-B27AB33647FE}"/>
          </ac:spMkLst>
        </pc:spChg>
        <pc:spChg chg="mod">
          <ac:chgData name="Elizabeth Hsiao-Wecksler" userId="hAVq9534sDWQQ/q+TFr5CxCXAkMlGgxlKQ1qbmWJrRQ=" providerId="None" clId="Web-{BC79E169-0156-4C20-BD49-F7C2BDEF8564}" dt="2025-09-30T19:31:19.803" v="0" actId="20577"/>
          <ac:spMkLst>
            <pc:docMk/>
            <pc:sldMk cId="2955881096" sldId="292"/>
            <ac:spMk id="147" creationId="{4D9E433B-9FB5-06A3-392B-80FB49CCC07C}"/>
          </ac:spMkLst>
        </pc:spChg>
      </pc:sldChg>
      <pc:sldChg chg="addSp delSp modSp">
        <pc:chgData name="Elizabeth Hsiao-Wecksler" userId="hAVq9534sDWQQ/q+TFr5CxCXAkMlGgxlKQ1qbmWJrRQ=" providerId="None" clId="Web-{BC79E169-0156-4C20-BD49-F7C2BDEF8564}" dt="2025-09-30T19:49:48.557" v="43"/>
        <pc:sldMkLst>
          <pc:docMk/>
          <pc:sldMk cId="264655275" sldId="294"/>
        </pc:sldMkLst>
        <pc:spChg chg="add del mod">
          <ac:chgData name="Elizabeth Hsiao-Wecksler" userId="hAVq9534sDWQQ/q+TFr5CxCXAkMlGgxlKQ1qbmWJrRQ=" providerId="None" clId="Web-{BC79E169-0156-4C20-BD49-F7C2BDEF8564}" dt="2025-09-30T19:47:09.774" v="30"/>
          <ac:spMkLst>
            <pc:docMk/>
            <pc:sldMk cId="264655275" sldId="294"/>
            <ac:spMk id="2" creationId="{E86E478F-1F57-4C27-C184-EA0D158BEBE2}"/>
          </ac:spMkLst>
        </pc:spChg>
        <pc:spChg chg="add mod">
          <ac:chgData name="Elizabeth Hsiao-Wecksler" userId="hAVq9534sDWQQ/q+TFr5CxCXAkMlGgxlKQ1qbmWJrRQ=" providerId="None" clId="Web-{BC79E169-0156-4C20-BD49-F7C2BDEF8564}" dt="2025-09-30T19:49:48.557" v="43"/>
          <ac:spMkLst>
            <pc:docMk/>
            <pc:sldMk cId="264655275" sldId="294"/>
            <ac:spMk id="5" creationId="{7DAB1E2B-88BB-E913-FCB1-4993D600EE64}"/>
          </ac:spMkLst>
        </pc:spChg>
      </pc:sldChg>
      <pc:sldChg chg="addSp delSp modSp">
        <pc:chgData name="Elizabeth Hsiao-Wecksler" userId="hAVq9534sDWQQ/q+TFr5CxCXAkMlGgxlKQ1qbmWJrRQ=" providerId="None" clId="Web-{BC79E169-0156-4C20-BD49-F7C2BDEF8564}" dt="2025-09-30T19:49:53.041" v="45"/>
        <pc:sldMkLst>
          <pc:docMk/>
          <pc:sldMk cId="2814729354" sldId="295"/>
        </pc:sldMkLst>
        <pc:spChg chg="add del mod">
          <ac:chgData name="Elizabeth Hsiao-Wecksler" userId="hAVq9534sDWQQ/q+TFr5CxCXAkMlGgxlKQ1qbmWJrRQ=" providerId="None" clId="Web-{BC79E169-0156-4C20-BD49-F7C2BDEF8564}" dt="2025-09-30T19:47:09.774" v="30"/>
          <ac:spMkLst>
            <pc:docMk/>
            <pc:sldMk cId="2814729354" sldId="295"/>
            <ac:spMk id="5" creationId="{58729C95-1E23-7D3A-5ED8-787E93E5732E}"/>
          </ac:spMkLst>
        </pc:spChg>
        <pc:spChg chg="add mod">
          <ac:chgData name="Elizabeth Hsiao-Wecksler" userId="hAVq9534sDWQQ/q+TFr5CxCXAkMlGgxlKQ1qbmWJrRQ=" providerId="None" clId="Web-{BC79E169-0156-4C20-BD49-F7C2BDEF8564}" dt="2025-09-30T19:49:53.041" v="45"/>
          <ac:spMkLst>
            <pc:docMk/>
            <pc:sldMk cId="2814729354" sldId="295"/>
            <ac:spMk id="7" creationId="{4D66DB3D-F48D-B0F4-F476-326DA7D0E34D}"/>
          </ac:spMkLst>
        </pc:spChg>
        <pc:spChg chg="mod">
          <ac:chgData name="Elizabeth Hsiao-Wecksler" userId="hAVq9534sDWQQ/q+TFr5CxCXAkMlGgxlKQ1qbmWJrRQ=" providerId="None" clId="Web-{BC79E169-0156-4C20-BD49-F7C2BDEF8564}" dt="2025-09-30T19:44:16.805" v="14" actId="20577"/>
          <ac:spMkLst>
            <pc:docMk/>
            <pc:sldMk cId="2814729354" sldId="295"/>
            <ac:spMk id="147" creationId="{2823939A-920D-C3B8-3BAD-55AD86824B7E}"/>
          </ac:spMkLst>
        </pc:spChg>
        <pc:picChg chg="add mod">
          <ac:chgData name="Elizabeth Hsiao-Wecksler" userId="hAVq9534sDWQQ/q+TFr5CxCXAkMlGgxlKQ1qbmWJrRQ=" providerId="None" clId="Web-{BC79E169-0156-4C20-BD49-F7C2BDEF8564}" dt="2025-09-30T19:33:43.351" v="6" actId="1076"/>
          <ac:picMkLst>
            <pc:docMk/>
            <pc:sldMk cId="2814729354" sldId="295"/>
            <ac:picMk id="2" creationId="{5CD33FF6-6448-45DE-1ED4-1D1151752796}"/>
          </ac:picMkLst>
        </pc:picChg>
        <pc:picChg chg="del">
          <ac:chgData name="Elizabeth Hsiao-Wecksler" userId="hAVq9534sDWQQ/q+TFr5CxCXAkMlGgxlKQ1qbmWJrRQ=" providerId="None" clId="Web-{BC79E169-0156-4C20-BD49-F7C2BDEF8564}" dt="2025-09-30T19:33:18.492" v="1"/>
          <ac:picMkLst>
            <pc:docMk/>
            <pc:sldMk cId="2814729354" sldId="295"/>
            <ac:picMk id="4" creationId="{CB5FAF46-2667-E9AE-5926-2AC2376956E5}"/>
          </ac:picMkLst>
        </pc:picChg>
      </pc:sldChg>
      <pc:sldMasterChg chg="mod modSldLayout">
        <pc:chgData name="Elizabeth Hsiao-Wecksler" userId="hAVq9534sDWQQ/q+TFr5CxCXAkMlGgxlKQ1qbmWJrRQ=" providerId="None" clId="Web-{BC79E169-0156-4C20-BD49-F7C2BDEF8564}" dt="2025-09-30T19:47:09.774" v="30"/>
        <pc:sldMasterMkLst>
          <pc:docMk/>
          <pc:sldMasterMk cId="0" sldId="2147483648"/>
        </pc:sldMasterMkLst>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0"/>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1"/>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2"/>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3"/>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4"/>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5"/>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6"/>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7"/>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8"/>
          </pc:sldLayoutMkLst>
        </pc:sldLayoutChg>
        <pc:sldLayoutChg chg="mod">
          <pc:chgData name="Elizabeth Hsiao-Wecksler" userId="hAVq9534sDWQQ/q+TFr5CxCXAkMlGgxlKQ1qbmWJrRQ=" providerId="None" clId="Web-{BC79E169-0156-4C20-BD49-F7C2BDEF8564}" dt="2025-09-30T19:47:09.774" v="30"/>
          <pc:sldLayoutMkLst>
            <pc:docMk/>
            <pc:sldMasterMk cId="0" sldId="2147483648"/>
            <pc:sldLayoutMk cId="0" sldId="2147483659"/>
          </pc:sldLayoutMkLst>
        </pc:sldLayoutChg>
      </pc:sldMasterChg>
    </pc:docChg>
  </pc:docChgLst>
  <pc:docChgLst>
    <pc:chgData name="Elizabeth Hsiao-Wecksler" userId="hAVq9534sDWQQ/q+TFr5CxCXAkMlGgxlKQ1qbmWJrRQ=" providerId="None" clId="Web-{601D647E-53C0-4B14-9E64-58A25254C25D}"/>
    <pc:docChg chg="modSld">
      <pc:chgData name="Elizabeth Hsiao-Wecksler" userId="hAVq9534sDWQQ/q+TFr5CxCXAkMlGgxlKQ1qbmWJrRQ=" providerId="None" clId="Web-{601D647E-53C0-4B14-9E64-58A25254C25D}" dt="2025-09-30T21:21:20.319" v="6" actId="20577"/>
      <pc:docMkLst>
        <pc:docMk/>
      </pc:docMkLst>
      <pc:sldChg chg="modSp">
        <pc:chgData name="Elizabeth Hsiao-Wecksler" userId="hAVq9534sDWQQ/q+TFr5CxCXAkMlGgxlKQ1qbmWJrRQ=" providerId="None" clId="Web-{601D647E-53C0-4B14-9E64-58A25254C25D}" dt="2025-09-30T21:21:20.319" v="6" actId="20577"/>
        <pc:sldMkLst>
          <pc:docMk/>
          <pc:sldMk cId="2955881096" sldId="292"/>
        </pc:sldMkLst>
        <pc:spChg chg="mod">
          <ac:chgData name="Elizabeth Hsiao-Wecksler" userId="hAVq9534sDWQQ/q+TFr5CxCXAkMlGgxlKQ1qbmWJrRQ=" providerId="None" clId="Web-{601D647E-53C0-4B14-9E64-58A25254C25D}" dt="2025-09-30T21:21:20.319" v="6" actId="20577"/>
          <ac:spMkLst>
            <pc:docMk/>
            <pc:sldMk cId="2955881096" sldId="292"/>
            <ac:spMk id="147" creationId="{4D9E433B-9FB5-06A3-392B-80FB49CCC07C}"/>
          </ac:spMkLst>
        </pc:spChg>
      </pc:sldChg>
    </pc:docChg>
  </pc:docChgLst>
  <pc:docChgLst>
    <pc:chgData name="Elizabeth Hsiao-Wecksler" userId="hAVq9534sDWQQ/q+TFr5CxCXAkMlGgxlKQ1qbmWJrRQ=" providerId="None" clId="Web-{A28984F5-5640-4413-B195-8EE99B5EED3F}"/>
    <pc:docChg chg="modSld">
      <pc:chgData name="Elizabeth Hsiao-Wecksler" userId="hAVq9534sDWQQ/q+TFr5CxCXAkMlGgxlKQ1qbmWJrRQ=" providerId="None" clId="Web-{A28984F5-5640-4413-B195-8EE99B5EED3F}" dt="2025-09-30T19:30:51.557" v="52" actId="14100"/>
      <pc:docMkLst>
        <pc:docMk/>
      </pc:docMkLst>
      <pc:sldChg chg="modSp">
        <pc:chgData name="Elizabeth Hsiao-Wecksler" userId="hAVq9534sDWQQ/q+TFr5CxCXAkMlGgxlKQ1qbmWJrRQ=" providerId="None" clId="Web-{A28984F5-5640-4413-B195-8EE99B5EED3F}" dt="2025-09-30T19:28:48.287" v="44" actId="20577"/>
        <pc:sldMkLst>
          <pc:docMk/>
          <pc:sldMk cId="2955881096" sldId="292"/>
        </pc:sldMkLst>
        <pc:spChg chg="mod">
          <ac:chgData name="Elizabeth Hsiao-Wecksler" userId="hAVq9534sDWQQ/q+TFr5CxCXAkMlGgxlKQ1qbmWJrRQ=" providerId="None" clId="Web-{A28984F5-5640-4413-B195-8EE99B5EED3F}" dt="2025-09-30T19:28:48.287" v="44" actId="20577"/>
          <ac:spMkLst>
            <pc:docMk/>
            <pc:sldMk cId="2955881096" sldId="292"/>
            <ac:spMk id="147" creationId="{4D9E433B-9FB5-06A3-392B-80FB49CCC07C}"/>
          </ac:spMkLst>
        </pc:spChg>
      </pc:sldChg>
      <pc:sldChg chg="addSp delSp modSp">
        <pc:chgData name="Elizabeth Hsiao-Wecksler" userId="hAVq9534sDWQQ/q+TFr5CxCXAkMlGgxlKQ1qbmWJrRQ=" providerId="None" clId="Web-{A28984F5-5640-4413-B195-8EE99B5EED3F}" dt="2025-09-30T19:30:51.557" v="52" actId="14100"/>
        <pc:sldMkLst>
          <pc:docMk/>
          <pc:sldMk cId="2814729354" sldId="295"/>
        </pc:sldMkLst>
        <pc:spChg chg="add del">
          <ac:chgData name="Elizabeth Hsiao-Wecksler" userId="hAVq9534sDWQQ/q+TFr5CxCXAkMlGgxlKQ1qbmWJrRQ=" providerId="None" clId="Web-{A28984F5-5640-4413-B195-8EE99B5EED3F}" dt="2025-09-30T19:30:05.602" v="50"/>
          <ac:spMkLst>
            <pc:docMk/>
            <pc:sldMk cId="2814729354" sldId="295"/>
            <ac:spMk id="2" creationId="{3B039212-A026-2DD5-99F4-9F2980814F34}"/>
          </ac:spMkLst>
        </pc:spChg>
        <pc:spChg chg="mod">
          <ac:chgData name="Elizabeth Hsiao-Wecksler" userId="hAVq9534sDWQQ/q+TFr5CxCXAkMlGgxlKQ1qbmWJrRQ=" providerId="None" clId="Web-{A28984F5-5640-4413-B195-8EE99B5EED3F}" dt="2025-09-30T19:29:06.319" v="45" actId="20577"/>
          <ac:spMkLst>
            <pc:docMk/>
            <pc:sldMk cId="2814729354" sldId="295"/>
            <ac:spMk id="147" creationId="{2823939A-920D-C3B8-3BAD-55AD86824B7E}"/>
          </ac:spMkLst>
        </pc:spChg>
        <pc:picChg chg="mod">
          <ac:chgData name="Elizabeth Hsiao-Wecksler" userId="hAVq9534sDWQQ/q+TFr5CxCXAkMlGgxlKQ1qbmWJrRQ=" providerId="None" clId="Web-{A28984F5-5640-4413-B195-8EE99B5EED3F}" dt="2025-09-30T19:30:51.557" v="52" actId="14100"/>
          <ac:picMkLst>
            <pc:docMk/>
            <pc:sldMk cId="2814729354" sldId="295"/>
            <ac:picMk id="4" creationId="{CB5FAF46-2667-E9AE-5926-2AC2376956E5}"/>
          </ac:picMkLst>
        </pc:picChg>
      </pc:sldChg>
    </pc:docChg>
  </pc:docChgLst>
  <pc:docChgLst>
    <pc:chgData name="Elizabeth Hsiao-Wecksler" userId="hAVq9534sDWQQ/q+TFr5CxCXAkMlGgxlKQ1qbmWJrRQ=" providerId="None" clId="Web-{89748A89-A066-4662-9910-D7D5ECF45123}"/>
    <pc:docChg chg="modSld">
      <pc:chgData name="Elizabeth Hsiao-Wecksler" userId="hAVq9534sDWQQ/q+TFr5CxCXAkMlGgxlKQ1qbmWJrRQ=" providerId="None" clId="Web-{89748A89-A066-4662-9910-D7D5ECF45123}" dt="2025-09-30T18:04:36.472" v="314" actId="1076"/>
      <pc:docMkLst>
        <pc:docMk/>
      </pc:docMkLst>
      <pc:sldChg chg="modSp">
        <pc:chgData name="Elizabeth Hsiao-Wecksler" userId="hAVq9534sDWQQ/q+TFr5CxCXAkMlGgxlKQ1qbmWJrRQ=" providerId="None" clId="Web-{89748A89-A066-4662-9910-D7D5ECF45123}" dt="2025-09-30T17:48:19.064" v="67" actId="20577"/>
        <pc:sldMkLst>
          <pc:docMk/>
          <pc:sldMk cId="2981613436" sldId="283"/>
        </pc:sldMkLst>
        <pc:spChg chg="mod">
          <ac:chgData name="Elizabeth Hsiao-Wecksler" userId="hAVq9534sDWQQ/q+TFr5CxCXAkMlGgxlKQ1qbmWJrRQ=" providerId="None" clId="Web-{89748A89-A066-4662-9910-D7D5ECF45123}" dt="2025-09-30T17:48:19.064" v="67" actId="20577"/>
          <ac:spMkLst>
            <pc:docMk/>
            <pc:sldMk cId="2981613436" sldId="283"/>
            <ac:spMk id="4" creationId="{6EE6B1E5-9B9E-FD48-9F48-627803FDB7F5}"/>
          </ac:spMkLst>
        </pc:spChg>
      </pc:sldChg>
      <pc:sldChg chg="modSp">
        <pc:chgData name="Elizabeth Hsiao-Wecksler" userId="hAVq9534sDWQQ/q+TFr5CxCXAkMlGgxlKQ1qbmWJrRQ=" providerId="None" clId="Web-{89748A89-A066-4662-9910-D7D5ECF45123}" dt="2025-09-30T17:56:14.700" v="291" actId="20577"/>
        <pc:sldMkLst>
          <pc:docMk/>
          <pc:sldMk cId="756668012" sldId="291"/>
        </pc:sldMkLst>
        <pc:spChg chg="mod">
          <ac:chgData name="Elizabeth Hsiao-Wecksler" userId="hAVq9534sDWQQ/q+TFr5CxCXAkMlGgxlKQ1qbmWJrRQ=" providerId="None" clId="Web-{89748A89-A066-4662-9910-D7D5ECF45123}" dt="2025-09-30T17:56:14.700" v="291" actId="20577"/>
          <ac:spMkLst>
            <pc:docMk/>
            <pc:sldMk cId="756668012" sldId="291"/>
            <ac:spMk id="23" creationId="{A0E4D209-FF89-402E-6B32-FA0CB6FD080C}"/>
          </ac:spMkLst>
        </pc:spChg>
      </pc:sldChg>
      <pc:sldChg chg="modSp">
        <pc:chgData name="Elizabeth Hsiao-Wecksler" userId="hAVq9534sDWQQ/q+TFr5CxCXAkMlGgxlKQ1qbmWJrRQ=" providerId="None" clId="Web-{89748A89-A066-4662-9910-D7D5ECF45123}" dt="2025-09-30T17:46:12.246" v="59" actId="20577"/>
        <pc:sldMkLst>
          <pc:docMk/>
          <pc:sldMk cId="2955881096" sldId="292"/>
        </pc:sldMkLst>
        <pc:spChg chg="mod">
          <ac:chgData name="Elizabeth Hsiao-Wecksler" userId="hAVq9534sDWQQ/q+TFr5CxCXAkMlGgxlKQ1qbmWJrRQ=" providerId="None" clId="Web-{89748A89-A066-4662-9910-D7D5ECF45123}" dt="2025-09-30T17:46:12.246" v="59" actId="20577"/>
          <ac:spMkLst>
            <pc:docMk/>
            <pc:sldMk cId="2955881096" sldId="292"/>
            <ac:spMk id="147" creationId="{4D9E433B-9FB5-06A3-392B-80FB49CCC07C}"/>
          </ac:spMkLst>
        </pc:spChg>
      </pc:sldChg>
      <pc:sldChg chg="modSp">
        <pc:chgData name="Elizabeth Hsiao-Wecksler" userId="hAVq9534sDWQQ/q+TFr5CxCXAkMlGgxlKQ1qbmWJrRQ=" providerId="None" clId="Web-{89748A89-A066-4662-9910-D7D5ECF45123}" dt="2025-09-30T18:02:21.369" v="303" actId="20577"/>
        <pc:sldMkLst>
          <pc:docMk/>
          <pc:sldMk cId="264655275" sldId="294"/>
        </pc:sldMkLst>
        <pc:spChg chg="mod">
          <ac:chgData name="Elizabeth Hsiao-Wecksler" userId="hAVq9534sDWQQ/q+TFr5CxCXAkMlGgxlKQ1qbmWJrRQ=" providerId="None" clId="Web-{89748A89-A066-4662-9910-D7D5ECF45123}" dt="2025-09-30T18:02:21.369" v="303" actId="20577"/>
          <ac:spMkLst>
            <pc:docMk/>
            <pc:sldMk cId="264655275" sldId="294"/>
            <ac:spMk id="147" creationId="{2BF3AEA1-3789-E575-9A16-F34AB2B33DE6}"/>
          </ac:spMkLst>
        </pc:spChg>
      </pc:sldChg>
      <pc:sldChg chg="addSp delSp modSp">
        <pc:chgData name="Elizabeth Hsiao-Wecksler" userId="hAVq9534sDWQQ/q+TFr5CxCXAkMlGgxlKQ1qbmWJrRQ=" providerId="None" clId="Web-{89748A89-A066-4662-9910-D7D5ECF45123}" dt="2025-09-30T18:04:36.472" v="314" actId="1076"/>
        <pc:sldMkLst>
          <pc:docMk/>
          <pc:sldMk cId="2814729354" sldId="295"/>
        </pc:sldMkLst>
        <pc:spChg chg="mod">
          <ac:chgData name="Elizabeth Hsiao-Wecksler" userId="hAVq9534sDWQQ/q+TFr5CxCXAkMlGgxlKQ1qbmWJrRQ=" providerId="None" clId="Web-{89748A89-A066-4662-9910-D7D5ECF45123}" dt="2025-09-30T17:55:53.684" v="288" actId="20577"/>
          <ac:spMkLst>
            <pc:docMk/>
            <pc:sldMk cId="2814729354" sldId="295"/>
            <ac:spMk id="23" creationId="{E4F20755-75F9-BDCC-AE18-F18B48A382BC}"/>
          </ac:spMkLst>
        </pc:spChg>
        <pc:spChg chg="mod">
          <ac:chgData name="Elizabeth Hsiao-Wecksler" userId="hAVq9534sDWQQ/q+TFr5CxCXAkMlGgxlKQ1qbmWJrRQ=" providerId="None" clId="Web-{89748A89-A066-4662-9910-D7D5ECF45123}" dt="2025-09-30T18:04:05.049" v="310" actId="14100"/>
          <ac:spMkLst>
            <pc:docMk/>
            <pc:sldMk cId="2814729354" sldId="295"/>
            <ac:spMk id="147" creationId="{2823939A-920D-C3B8-3BAD-55AD86824B7E}"/>
          </ac:spMkLst>
        </pc:spChg>
        <pc:picChg chg="add del mod">
          <ac:chgData name="Elizabeth Hsiao-Wecksler" userId="hAVq9534sDWQQ/q+TFr5CxCXAkMlGgxlKQ1qbmWJrRQ=" providerId="None" clId="Web-{89748A89-A066-4662-9910-D7D5ECF45123}" dt="2025-09-30T18:04:09.752" v="311"/>
          <ac:picMkLst>
            <pc:docMk/>
            <pc:sldMk cId="2814729354" sldId="295"/>
            <ac:picMk id="2" creationId="{A0562AA2-CEA1-0CB3-4344-571F9626B5FD}"/>
          </ac:picMkLst>
        </pc:picChg>
        <pc:picChg chg="add mod">
          <ac:chgData name="Elizabeth Hsiao-Wecksler" userId="hAVq9534sDWQQ/q+TFr5CxCXAkMlGgxlKQ1qbmWJrRQ=" providerId="None" clId="Web-{89748A89-A066-4662-9910-D7D5ECF45123}" dt="2025-09-30T18:04:36.472" v="314" actId="1076"/>
          <ac:picMkLst>
            <pc:docMk/>
            <pc:sldMk cId="2814729354" sldId="295"/>
            <ac:picMk id="4" creationId="{CB5FAF46-2667-E9AE-5926-2AC2376956E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352DEBDE-E38A-51EC-F2DC-C2C1A573A68D}"/>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C5455EBE-3A0F-E776-F4E0-F7024E118E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B0976610-E3BB-1B38-AF7F-27B7896BA0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7750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8369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D7CA1E2A-569A-B360-E92F-FC84784BD45B}"/>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D6DE77CC-DF74-6762-8DD4-A9B9E590D1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07C57365-643F-7A2D-76AB-A82169558F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85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CF23BF07-B4B7-2EFD-AE8F-8D66285EDB0B}"/>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493CA43B-E2A3-7ACF-1418-A79939B80D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179DDD16-CB6B-ADFC-62B3-0062239B77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5431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AB5CEB29-5DED-C4A5-DC56-2E2056A41DAF}"/>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6787C7FF-C360-6737-A486-B05C0A587C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17E25E4D-6C11-05E7-7CAA-FEDB9CC234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119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3F4F131F-FF47-ED24-3A6F-2D82ED64E5E6}"/>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FC2E080F-1DA8-1798-CBC6-E91363A165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F94624DC-8604-C8DC-2076-CD9895D5BE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3354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E8AF2873-AAC3-AA92-BB14-A26E0752C7E8}"/>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A2D28565-A688-E674-7DDE-848300AE9F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F459DF23-6BB5-77FE-D5AB-B434FC9513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6304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dirty="0"/>
          </a:p>
        </p:txBody>
      </p:sp>
      <p:sp>
        <p:nvSpPr>
          <p:cNvPr id="23" name="Google Shape;2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24" name="Google Shape;2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9" name="Google Shape;29;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30" name="Google Shape;3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6" name="Google Shape;36;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7" name="Google Shape;3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2" name="Google Shape;42;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3" name="Google Shape;43;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4" name="Google Shape;44;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5" name="Google Shape;45;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6" name="Google Shape;4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1" name="Google Shape;5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0" name="Google Shape;60;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61" name="Google Shape;61;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2" name="Google Shape;6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7" name="Google Shape;67;p23"/>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68" name="Google Shape;68;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9" name="Google Shape;6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4" name="Google Shape;74;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5" name="Google Shape;7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1" name="Google Shape;8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45;p7">
            <a:extLst>
              <a:ext uri="{FF2B5EF4-FFF2-40B4-BE49-F238E27FC236}">
                <a16:creationId xmlns:a16="http://schemas.microsoft.com/office/drawing/2014/main" id="{C1FA7C40-A5CF-024C-8FE8-5396C6906587}"/>
              </a:ext>
            </a:extLst>
          </p:cNvPr>
          <p:cNvSpPr/>
          <p:nvPr/>
        </p:nvSpPr>
        <p:spPr>
          <a:xfrm rot="10800000" flipH="1">
            <a:off x="-1" y="8163"/>
            <a:ext cx="12192000" cy="6858000"/>
          </a:xfrm>
          <a:prstGeom prst="rect">
            <a:avLst/>
          </a:prstGeom>
          <a:gradFill flip="none" rotWithShape="1">
            <a:gsLst>
              <a:gs pos="0">
                <a:srgbClr val="1B4284"/>
              </a:gs>
              <a:gs pos="100000">
                <a:srgbClr val="13294B"/>
              </a:gs>
            </a:gsLst>
            <a:lin ang="1890000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3" name="Picture 2" descr="A close up of a newspaper&#10;&#10;Description automatically generated">
            <a:extLst>
              <a:ext uri="{FF2B5EF4-FFF2-40B4-BE49-F238E27FC236}">
                <a16:creationId xmlns:a16="http://schemas.microsoft.com/office/drawing/2014/main" id="{249122D5-F0B6-6948-B395-9DF02DCB4E94}"/>
              </a:ext>
            </a:extLst>
          </p:cNvPr>
          <p:cNvPicPr>
            <a:picLocks noChangeAspect="1"/>
          </p:cNvPicPr>
          <p:nvPr/>
        </p:nvPicPr>
        <p:blipFill>
          <a:blip r:embed="rId2">
            <a:alphaModFix amt="30000"/>
          </a:blip>
          <a:stretch>
            <a:fillRect/>
          </a:stretch>
        </p:blipFill>
        <p:spPr>
          <a:xfrm>
            <a:off x="0" y="8164"/>
            <a:ext cx="12192000" cy="6858000"/>
          </a:xfrm>
          <a:prstGeom prst="rect">
            <a:avLst/>
          </a:prstGeom>
        </p:spPr>
      </p:pic>
      <p:sp>
        <p:nvSpPr>
          <p:cNvPr id="4" name="Google Shape;97;p1">
            <a:extLst>
              <a:ext uri="{FF2B5EF4-FFF2-40B4-BE49-F238E27FC236}">
                <a16:creationId xmlns:a16="http://schemas.microsoft.com/office/drawing/2014/main" id="{6EE6B1E5-9B9E-FD48-9F48-627803FDB7F5}"/>
              </a:ext>
            </a:extLst>
          </p:cNvPr>
          <p:cNvSpPr txBox="1"/>
          <p:nvPr/>
        </p:nvSpPr>
        <p:spPr>
          <a:xfrm>
            <a:off x="1134033" y="2211064"/>
            <a:ext cx="9923929" cy="2908448"/>
          </a:xfrm>
          <a:prstGeom prst="rect">
            <a:avLst/>
          </a:prstGeom>
          <a:noFill/>
          <a:ln>
            <a:noFill/>
          </a:ln>
        </p:spPr>
        <p:txBody>
          <a:bodyPr spcFirstLastPara="1" wrap="square" lIns="91425" tIns="45700" rIns="91425" bIns="45700" anchor="t" anchorCtr="0">
            <a:spAutoFit/>
          </a:bodyPr>
          <a:lstStyle/>
          <a:p>
            <a:pPr algn="ctr">
              <a:spcBef>
                <a:spcPts val="600"/>
              </a:spcBef>
            </a:pPr>
            <a:r>
              <a:rPr lang="en-US" sz="4000" spc="200" dirty="0">
                <a:solidFill>
                  <a:schemeClr val="bg1"/>
                </a:solidFill>
                <a:ea typeface="Helvetica Neue Light"/>
                <a:cs typeface="Helvetica Neue Light"/>
                <a:sym typeface="Helvetica Neue Light"/>
              </a:rPr>
              <a:t>ME 370</a:t>
            </a:r>
          </a:p>
          <a:p>
            <a:pPr algn="ctr">
              <a:spcBef>
                <a:spcPts val="600"/>
              </a:spcBef>
            </a:pPr>
            <a:r>
              <a:rPr lang="en-US" sz="4000" b="1" i="0" u="none" strike="noStrike" cap="none" dirty="0">
                <a:solidFill>
                  <a:schemeClr val="lt1"/>
                </a:solidFill>
                <a:latin typeface="+mn-lt"/>
                <a:ea typeface="Helvetica Neue"/>
                <a:cs typeface="Helvetica Neue"/>
                <a:sym typeface="Helvetica Neue"/>
              </a:rPr>
              <a:t>P2D1 (</a:t>
            </a:r>
            <a:r>
              <a:rPr lang="en-US" sz="4000" b="1" dirty="0">
                <a:solidFill>
                  <a:schemeClr val="lt1"/>
                </a:solidFill>
                <a:latin typeface="+mn-lt"/>
                <a:ea typeface="Helvetica Neue"/>
                <a:cs typeface="Helvetica Neue"/>
                <a:sym typeface="Helvetica Neue"/>
              </a:rPr>
              <a:t>Descriptive Project</a:t>
            </a:r>
            <a:r>
              <a:rPr lang="en-US" sz="4000" b="1" i="0" u="none" strike="noStrike" cap="none" dirty="0">
                <a:solidFill>
                  <a:schemeClr val="lt1"/>
                </a:solidFill>
                <a:latin typeface="+mn-lt"/>
                <a:ea typeface="Helvetica Neue"/>
                <a:cs typeface="Helvetica Neue"/>
                <a:sym typeface="Helvetica Neue"/>
              </a:rPr>
              <a:t> Title)</a:t>
            </a:r>
            <a:endParaRPr sz="4000" dirty="0">
              <a:solidFill>
                <a:schemeClr val="lt1"/>
              </a:solidFill>
              <a:latin typeface="+mn-lt"/>
            </a:endParaRPr>
          </a:p>
          <a:p>
            <a:pPr lvl="0" algn="ctr"/>
            <a:r>
              <a:rPr lang="en-US" sz="2400" spc="200" dirty="0">
                <a:solidFill>
                  <a:schemeClr val="bg1"/>
                </a:solidFill>
                <a:ea typeface="Helvetica Neue Light"/>
                <a:cs typeface="Helvetica Neue Light"/>
                <a:sym typeface="Helvetica Neue Light"/>
              </a:rPr>
              <a:t>(Team #: Team member names – introduce yourselves)</a:t>
            </a:r>
          </a:p>
          <a:p>
            <a:pPr lvl="0" algn="ctr">
              <a:spcBef>
                <a:spcPts val="600"/>
              </a:spcBef>
            </a:pPr>
            <a:endParaRPr lang="en-US" sz="1800" dirty="0">
              <a:solidFill>
                <a:schemeClr val="lt1"/>
              </a:solidFill>
              <a:latin typeface="+mn-lt"/>
              <a:ea typeface="Helvetica Neue"/>
              <a:cs typeface="Helvetica Neue"/>
              <a:sym typeface="Helvetica Neue"/>
            </a:endParaRPr>
          </a:p>
          <a:p>
            <a:pPr lvl="0" algn="ctr">
              <a:spcBef>
                <a:spcPts val="600"/>
              </a:spcBef>
            </a:pPr>
            <a:r>
              <a:rPr lang="en-US" sz="1800" dirty="0">
                <a:solidFill>
                  <a:schemeClr val="lt1"/>
                </a:solidFill>
                <a:latin typeface="+mn-lt"/>
                <a:ea typeface="Helvetica Neue"/>
                <a:cs typeface="Helvetica Neue"/>
                <a:sym typeface="Helvetica Neue"/>
              </a:rPr>
              <a:t>(For a consistent visual look to the slides please use the font Arial for all the text.)</a:t>
            </a:r>
          </a:p>
          <a:p>
            <a:pPr lvl="0" algn="ctr">
              <a:spcBef>
                <a:spcPts val="600"/>
              </a:spcBef>
            </a:pPr>
            <a:r>
              <a:rPr lang="en-US" sz="1800" dirty="0">
                <a:solidFill>
                  <a:schemeClr val="lt1"/>
                </a:solidFill>
                <a:latin typeface="+mn-lt"/>
                <a:ea typeface="Helvetica Neue"/>
                <a:cs typeface="Helvetica Neue"/>
                <a:sym typeface="Helvetica Neue"/>
              </a:rPr>
              <a:t>(Additionally, use orange and blue consistently with your headings and subheadings.)</a:t>
            </a:r>
            <a:endParaRPr sz="1800" dirty="0">
              <a:latin typeface="+mn-lt"/>
            </a:endParaRPr>
          </a:p>
        </p:txBody>
      </p:sp>
      <p:pic>
        <p:nvPicPr>
          <p:cNvPr id="5" name="Picture 4" descr="A picture containing drawing&#10;&#10;Description automatically generated">
            <a:extLst>
              <a:ext uri="{FF2B5EF4-FFF2-40B4-BE49-F238E27FC236}">
                <a16:creationId xmlns:a16="http://schemas.microsoft.com/office/drawing/2014/main" id="{8FBAA0E1-3AE3-CC42-A2EA-C66D0BE988E2}"/>
              </a:ext>
            </a:extLst>
          </p:cNvPr>
          <p:cNvPicPr>
            <a:picLocks noChangeAspect="1"/>
          </p:cNvPicPr>
          <p:nvPr/>
        </p:nvPicPr>
        <p:blipFill>
          <a:blip r:embed="rId3"/>
          <a:stretch>
            <a:fillRect/>
          </a:stretch>
        </p:blipFill>
        <p:spPr>
          <a:xfrm>
            <a:off x="4641007" y="852965"/>
            <a:ext cx="2909982" cy="754082"/>
          </a:xfrm>
          <a:prstGeom prst="rect">
            <a:avLst/>
          </a:prstGeom>
        </p:spPr>
      </p:pic>
      <p:sp>
        <p:nvSpPr>
          <p:cNvPr id="6" name="Google Shape;98;p1">
            <a:extLst>
              <a:ext uri="{FF2B5EF4-FFF2-40B4-BE49-F238E27FC236}">
                <a16:creationId xmlns:a16="http://schemas.microsoft.com/office/drawing/2014/main" id="{5C6D8374-322F-A84C-B20A-504C6528FDDA}"/>
              </a:ext>
            </a:extLst>
          </p:cNvPr>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spc="300" dirty="0">
                <a:solidFill>
                  <a:schemeClr val="bg1"/>
                </a:solidFill>
                <a:latin typeface="+mn-lt"/>
                <a:ea typeface="Helvetica Neue Light"/>
                <a:sym typeface="Helvetica Neue Light"/>
              </a:rPr>
              <a:t>DATE</a:t>
            </a:r>
            <a:endParaRPr sz="1800" spc="300" dirty="0">
              <a:solidFill>
                <a:schemeClr val="bg1"/>
              </a:solidFill>
              <a:latin typeface="+mn-lt"/>
            </a:endParaRPr>
          </a:p>
        </p:txBody>
      </p:sp>
    </p:spTree>
    <p:extLst>
      <p:ext uri="{BB962C8B-B14F-4D97-AF65-F5344CB8AC3E}">
        <p14:creationId xmlns:p14="http://schemas.microsoft.com/office/powerpoint/2010/main" val="2981613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37C12E87-D5B5-5AFC-4F95-7843DFF83B2F}"/>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4D9E433B-9FB5-06A3-392B-80FB49CCC07C}"/>
              </a:ext>
            </a:extLst>
          </p:cNvPr>
          <p:cNvSpPr txBox="1">
            <a:spLocks noGrp="1"/>
          </p:cNvSpPr>
          <p:nvPr>
            <p:ph type="body" idx="1"/>
          </p:nvPr>
        </p:nvSpPr>
        <p:spPr>
          <a:xfrm>
            <a:off x="430335" y="528116"/>
            <a:ext cx="11177401" cy="5453583"/>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2000"/>
              <a:buNone/>
            </a:pPr>
            <a:r>
              <a:rPr lang="en-US" sz="1800" b="1" dirty="0">
                <a:latin typeface="Arial" panose="020B0604020202020204" pitchFamily="34" charset="0"/>
                <a:cs typeface="Arial" panose="020B0604020202020204" pitchFamily="34" charset="0"/>
              </a:rPr>
              <a:t>Quick note:</a:t>
            </a:r>
          </a:p>
          <a:p>
            <a:pPr marL="0" indent="0">
              <a:lnSpc>
                <a:spcPct val="100000"/>
              </a:lnSpc>
              <a:spcBef>
                <a:spcPts val="0"/>
              </a:spcBef>
              <a:buSzPts val="2000"/>
              <a:buNone/>
            </a:pPr>
            <a:endParaRPr lang="en-US" sz="1800" b="1"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chemeClr val="tx1"/>
                </a:solidFill>
                <a:latin typeface="Arial" panose="020B0604020202020204" pitchFamily="34" charset="0"/>
                <a:cs typeface="Arial" panose="020B0604020202020204" pitchFamily="34" charset="0"/>
              </a:rPr>
              <a:t>Use this template as a guide. Please do not follow it exactly. Use whatever order and format is the clearest and makes sense given your group, design, and user context. Review the grading rubric to ensure that all categories are addressed.</a:t>
            </a: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b="1" dirty="0">
                <a:solidFill>
                  <a:schemeClr val="tx1"/>
                </a:solidFill>
                <a:latin typeface="Arial" panose="020B0604020202020204" pitchFamily="34" charset="0"/>
                <a:cs typeface="Arial" panose="020B0604020202020204" pitchFamily="34" charset="0"/>
              </a:rPr>
              <a:t>Additional guidelines</a:t>
            </a: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Presentations should be kept to a </a:t>
            </a:r>
            <a:r>
              <a:rPr lang="en-US" sz="1800" b="1" dirty="0">
                <a:solidFill>
                  <a:schemeClr val="tx1"/>
                </a:solidFill>
                <a:latin typeface="Arial" panose="020B0604020202020204" pitchFamily="34" charset="0"/>
                <a:cs typeface="Arial" panose="020B0604020202020204" pitchFamily="34" charset="0"/>
              </a:rPr>
              <a:t>maximum of 8 minutes</a:t>
            </a:r>
            <a:r>
              <a:rPr lang="en-US" sz="1800" dirty="0">
                <a:solidFill>
                  <a:schemeClr val="tx1"/>
                </a:solidFill>
                <a:latin typeface="Arial" panose="020B0604020202020204" pitchFamily="34" charset="0"/>
                <a:cs typeface="Arial" panose="020B0604020202020204" pitchFamily="34" charset="0"/>
              </a:rPr>
              <a:t>, and all team members should present</a:t>
            </a:r>
          </a:p>
          <a:p>
            <a:pPr marL="285750" indent="-285750">
              <a:lnSpc>
                <a:spcPct val="100000"/>
              </a:lnSpc>
              <a:spcBef>
                <a:spcPts val="0"/>
              </a:spcBef>
              <a:buSzPts val="2000"/>
            </a:pPr>
            <a:r>
              <a:rPr lang="en-US" sz="1800" b="1" dirty="0">
                <a:solidFill>
                  <a:schemeClr val="tx1"/>
                </a:solidFill>
                <a:latin typeface="Arial" panose="020B0604020202020204" pitchFamily="34" charset="0"/>
                <a:cs typeface="Arial" panose="020B0604020202020204" pitchFamily="34" charset="0"/>
              </a:rPr>
              <a:t>Rehearse and practice </a:t>
            </a:r>
            <a:r>
              <a:rPr lang="en-US" sz="1800" dirty="0">
                <a:solidFill>
                  <a:schemeClr val="tx1"/>
                </a:solidFill>
                <a:latin typeface="Arial" panose="020B0604020202020204" pitchFamily="34" charset="0"/>
                <a:cs typeface="Arial" panose="020B0604020202020204" pitchFamily="34" charset="0"/>
              </a:rPr>
              <a:t>presentation as a team several times ahead of time. Employ good slide design and presentation skills to earn full points. </a:t>
            </a: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Pointer: no more than 1 slide per minute of presentation (less slides if there are many ideas to discuss per slide)</a:t>
            </a: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Remove notes and instructions in template </a:t>
            </a:r>
          </a:p>
          <a:p>
            <a:pPr marL="285750" indent="-285750">
              <a:lnSpc>
                <a:spcPct val="100000"/>
              </a:lnSpc>
              <a:spcBef>
                <a:spcPts val="0"/>
              </a:spcBef>
              <a:buSzPts val="2000"/>
            </a:pPr>
            <a:r>
              <a:rPr lang="en-US" sz="1800" dirty="0">
                <a:solidFill>
                  <a:srgbClr val="0070C0"/>
                </a:solidFill>
                <a:latin typeface="Arial"/>
                <a:cs typeface="Arial"/>
              </a:rPr>
              <a:t>Submit your presentation as a PDF with the following filename format: </a:t>
            </a:r>
            <a:r>
              <a:rPr lang="en-US" sz="1800" b="1" dirty="0">
                <a:solidFill>
                  <a:srgbClr val="0070C0"/>
                </a:solidFill>
                <a:latin typeface="Arial"/>
                <a:cs typeface="Arial"/>
              </a:rPr>
              <a:t>P2D1_Team##</a:t>
            </a:r>
            <a:r>
              <a:rPr lang="en-US" sz="1800" b="1" dirty="0">
                <a:solidFill>
                  <a:srgbClr val="0070C0"/>
                </a:solidFill>
                <a:latin typeface="Arial"/>
              </a:rPr>
              <a:t>_Presentation</a:t>
            </a:r>
            <a:r>
              <a:rPr lang="en-US" sz="1800" dirty="0">
                <a:solidFill>
                  <a:srgbClr val="0070C0"/>
                </a:solidFill>
                <a:latin typeface="Arial"/>
              </a:rPr>
              <a:t>.pdf (use two digit team number 01-60). You will lose points for incorrectly naming your files. We have 59 teams to keep track</a:t>
            </a:r>
            <a:endParaRPr lang="en-US" sz="1800" dirty="0">
              <a:solidFill>
                <a:srgbClr val="0070C0"/>
              </a:solidFill>
              <a:latin typeface="Arial"/>
              <a:cs typeface="Arial"/>
            </a:endParaRPr>
          </a:p>
          <a:p>
            <a:pPr marL="285750" indent="-285750">
              <a:lnSpc>
                <a:spcPct val="100000"/>
              </a:lnSpc>
              <a:spcBef>
                <a:spcPts val="0"/>
              </a:spcBef>
              <a:buSzPts val="2000"/>
            </a:pPr>
            <a:endParaRPr lang="en-US" sz="1800" dirty="0">
              <a:solidFill>
                <a:schemeClr val="tx1"/>
              </a:solidFill>
              <a:latin typeface="Arial" panose="020B0604020202020204" pitchFamily="34" charset="0"/>
              <a:cs typeface="Arial" panose="020B0604020202020204" pitchFamily="34" charset="0"/>
            </a:endParaRPr>
          </a:p>
          <a:p>
            <a:pPr marL="285750" indent="-285750">
              <a:lnSpc>
                <a:spcPct val="100000"/>
              </a:lnSpc>
              <a:spcBef>
                <a:spcPts val="0"/>
              </a:spcBef>
              <a:buSzPts val="2000"/>
            </a:pPr>
            <a:endParaRPr lang="en-US" sz="1800" dirty="0">
              <a:solidFill>
                <a:srgbClr val="000000"/>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rgbClr val="FF0000"/>
                </a:solidFill>
                <a:latin typeface="Arial" panose="020B0604020202020204" pitchFamily="34" charset="0"/>
                <a:cs typeface="Arial" panose="020B0604020202020204" pitchFamily="34" charset="0"/>
              </a:rPr>
              <a:t>All presentations will be held in 1001 MEL, NOT in the Innovation Studio</a:t>
            </a:r>
          </a:p>
        </p:txBody>
      </p:sp>
    </p:spTree>
    <p:extLst>
      <p:ext uri="{BB962C8B-B14F-4D97-AF65-F5344CB8AC3E}">
        <p14:creationId xmlns:p14="http://schemas.microsoft.com/office/powerpoint/2010/main" val="295588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7" name="Google Shape;147;p7"/>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cs typeface="Arial" panose="020B0604020202020204" pitchFamily="34" charset="0"/>
                <a:sym typeface="Helvetica Neue Light"/>
              </a:rPr>
              <a:t>How did you generate your plans for your theme, dispense, walker and gait</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This may need to stretch across multiple slides to keep it from getting too busy</a:t>
            </a: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List design specifications and challenges you anticipate you will encounter</a:t>
            </a:r>
            <a:endParaRPr lang="en-US" sz="2000" b="1" dirty="0">
              <a:solidFill>
                <a:srgbClr val="15264B"/>
              </a:solidFill>
              <a:latin typeface="+mn-lt"/>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This may need to stretch across multiple slides to keep it from getting too busy</a:t>
            </a:r>
          </a:p>
          <a:p>
            <a:pPr marL="0" indent="0">
              <a:lnSpc>
                <a:spcPct val="100000"/>
              </a:lnSpc>
              <a:spcBef>
                <a:spcPts val="0"/>
              </a:spcBef>
              <a:buSzPts val="2000"/>
              <a:buNone/>
            </a:pP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Please do </a:t>
            </a:r>
            <a:r>
              <a:rPr lang="en-US" sz="1800" b="1" dirty="0">
                <a:latin typeface="Arial" panose="020B0604020202020204" pitchFamily="34" charset="0"/>
                <a:cs typeface="Arial" panose="020B0604020202020204" pitchFamily="34" charset="0"/>
              </a:rPr>
              <a:t>not</a:t>
            </a:r>
            <a:r>
              <a:rPr lang="en-US" sz="1800" dirty="0">
                <a:latin typeface="Arial" panose="020B0604020202020204" pitchFamily="34" charset="0"/>
                <a:cs typeface="Arial" panose="020B0604020202020204" pitchFamily="34" charset="0"/>
              </a:rPr>
              <a:t> just restate the requirements provided in the project 2 document. That adds very little to the presentation and is a poor use of time. Consider additional specifications your team wants to meet to ensure your success. </a:t>
            </a:r>
          </a:p>
          <a:p>
            <a:pPr marL="0" indent="0">
              <a:lnSpc>
                <a:spcPct val="100000"/>
              </a:lnSpc>
              <a:spcBef>
                <a:spcPts val="0"/>
              </a:spcBef>
              <a:buSzPts val="2000"/>
              <a:buNone/>
            </a:pP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Consider decorations and possible entertainment/thematic aesthetics</a:t>
            </a:r>
          </a:p>
        </p:txBody>
      </p:sp>
      <p:sp>
        <p:nvSpPr>
          <p:cNvPr id="18" name="Google Shape;145;p7">
            <a:extLst>
              <a:ext uri="{FF2B5EF4-FFF2-40B4-BE49-F238E27FC236}">
                <a16:creationId xmlns:a16="http://schemas.microsoft.com/office/drawing/2014/main" id="{DBD98685-E6DB-4548-992F-86EFC1B6F030}"/>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52C66BBC-9453-B54E-8859-F2AF5ADAFA53}"/>
              </a:ext>
            </a:extLst>
          </p:cNvPr>
          <p:cNvSpPr txBox="1"/>
          <p:nvPr/>
        </p:nvSpPr>
        <p:spPr>
          <a:xfrm>
            <a:off x="376807" y="6486281"/>
            <a:ext cx="3505062"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B922E6F9-2383-DE41-BF46-8C23337DD10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614C97B7-5CDB-E748-9964-18DA2B80CC66}"/>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5D9EC8C9-6293-D94F-BB71-5442E3339467}"/>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85A69606-3816-5244-A5CD-EC3EA84F307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Overview Slide</a:t>
            </a:r>
            <a:endParaRPr lang="en-US" sz="2400" dirty="0">
              <a:solidFill>
                <a:schemeClr val="lt1"/>
              </a:solidFill>
              <a:latin typeface="+mn-lt"/>
              <a:ea typeface="Helvetica Neue Light"/>
              <a:cs typeface="Helvetica Neue Light"/>
              <a:sym typeface="Helvetica Neue Light"/>
            </a:endParaRPr>
          </a:p>
        </p:txBody>
      </p:sp>
      <p:sp>
        <p:nvSpPr>
          <p:cNvPr id="2" name="TextBox 1">
            <a:extLst>
              <a:ext uri="{FF2B5EF4-FFF2-40B4-BE49-F238E27FC236}">
                <a16:creationId xmlns:a16="http://schemas.microsoft.com/office/drawing/2014/main" id="{CD6184C9-520C-9551-3F3F-63766CC4CE7D}"/>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37130E86-44D1-D02E-AE8B-11892C84B855}"/>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3</a:t>
            </a:fld>
            <a:endParaRPr lang="en-US" sz="1400" dirty="0">
              <a:solidFill>
                <a:schemeClr val="bg1"/>
              </a:solidFill>
            </a:endParaRPr>
          </a:p>
        </p:txBody>
      </p:sp>
    </p:spTree>
    <p:extLst>
      <p:ext uri="{BB962C8B-B14F-4D97-AF65-F5344CB8AC3E}">
        <p14:creationId xmlns:p14="http://schemas.microsoft.com/office/powerpoint/2010/main" val="2492365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C3DEA7D-80CA-D49F-6B6C-49597D617D05}"/>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D1BB762E-B094-CF9C-46F7-7FBF100F9EF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cs typeface="Arial" panose="020B0604020202020204" pitchFamily="34" charset="0"/>
                <a:sym typeface="Helvetica Neue Light"/>
              </a:rPr>
              <a:t>Description of concept and inspiration</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2000"/>
              <a:buNone/>
            </a:pPr>
            <a:r>
              <a:rPr lang="en-US" sz="1800" dirty="0">
                <a:solidFill>
                  <a:schemeClr val="tx1"/>
                </a:solidFill>
                <a:latin typeface="Arial" panose="020B0604020202020204" pitchFamily="34" charset="0"/>
                <a:ea typeface="Helvetica Neue Light"/>
                <a:cs typeface="Arial" panose="020B0604020202020204" pitchFamily="34" charset="0"/>
                <a:sym typeface="Helvetica Neue Light"/>
              </a:rPr>
              <a:t>What is your idea?</a:t>
            </a:r>
          </a:p>
          <a:p>
            <a:pPr marL="0" indent="0">
              <a:lnSpc>
                <a:spcPct val="100000"/>
              </a:lnSpc>
              <a:spcBef>
                <a:spcPts val="0"/>
              </a:spcBef>
              <a:buSzPts val="2000"/>
              <a:buNone/>
            </a:pP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How will it work with the dispenser?</a:t>
            </a:r>
          </a:p>
          <a:p>
            <a:pPr marL="0" indent="0">
              <a:lnSpc>
                <a:spcPct val="100000"/>
              </a:lnSpc>
              <a:spcBef>
                <a:spcPts val="0"/>
              </a:spcBef>
              <a:buSzPts val="2000"/>
              <a:buNone/>
            </a:pP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How many legs will it have?</a:t>
            </a: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Include several detailed sketches </a:t>
            </a:r>
            <a:endParaRPr lang="en-US" sz="2000" b="1" dirty="0">
              <a:solidFill>
                <a:srgbClr val="15264B"/>
              </a:solidFill>
              <a:latin typeface="+mn-lt"/>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panose="020B0604020202020204" pitchFamily="34" charset="0"/>
                <a:cs typeface="Arial" panose="020B0604020202020204" pitchFamily="34" charset="0"/>
              </a:rPr>
              <a:t>Please do not take a photo of notebook paper. Create the sketches digitally, or on graph/printer paper</a:t>
            </a:r>
          </a:p>
          <a:p>
            <a:pPr marL="0" lvl="0" indent="0">
              <a:lnSpc>
                <a:spcPct val="100000"/>
              </a:lnSpc>
              <a:spcBef>
                <a:spcPts val="0"/>
              </a:spcBef>
              <a:buSzPts val="3000"/>
              <a:buNone/>
            </a:pPr>
            <a:endParaRPr lang="en-US" sz="1800" b="1" dirty="0">
              <a:solidFill>
                <a:schemeClr val="tx1"/>
              </a:solidFill>
              <a:latin typeface="Arial" panose="020B0604020202020204" pitchFamily="34" charset="0"/>
              <a:cs typeface="Arial" panose="020B0604020202020204" pitchFamily="34" charset="0"/>
            </a:endParaRP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Please label your sketches and include:</a:t>
            </a: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A detailed view of the chassis</a:t>
            </a: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A detailed view of the drivetrain</a:t>
            </a: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A detailed view of the legs, highlighting the foot path and gait</a:t>
            </a:r>
          </a:p>
        </p:txBody>
      </p:sp>
      <p:sp>
        <p:nvSpPr>
          <p:cNvPr id="18" name="Google Shape;145;p7">
            <a:extLst>
              <a:ext uri="{FF2B5EF4-FFF2-40B4-BE49-F238E27FC236}">
                <a16:creationId xmlns:a16="http://schemas.microsoft.com/office/drawing/2014/main" id="{D2039915-9704-5A79-6109-1D96F902AC28}"/>
              </a:ext>
            </a:extLst>
          </p:cNvPr>
          <p:cNvSpPr/>
          <p:nvPr/>
        </p:nvSpPr>
        <p:spPr>
          <a:xfrm rot="10800000" flipH="1">
            <a:off x="0" y="6443455"/>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397705DF-21A0-62D9-95AD-5358A9C4EB8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CF5C4A4F-97C6-5DB7-E462-2C85FFE1C22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80A53291-BC12-0A2A-421B-E04696C50BDF}"/>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E24149EB-20A0-5A0E-852F-9C0E91E63FEF}"/>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9D28FA62-CD53-6455-5FC8-87FCBBA9466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Introduce idea 1</a:t>
            </a:r>
            <a:endParaRPr lang="en-US" sz="2400" dirty="0">
              <a:solidFill>
                <a:schemeClr val="lt1"/>
              </a:solidFill>
              <a:latin typeface="+mn-lt"/>
              <a:ea typeface="Helvetica Neue Light"/>
              <a:cs typeface="Helvetica Neue Light"/>
              <a:sym typeface="Helvetica Neue Light"/>
            </a:endParaRPr>
          </a:p>
        </p:txBody>
      </p:sp>
      <p:sp>
        <p:nvSpPr>
          <p:cNvPr id="4" name="TextBox 3">
            <a:extLst>
              <a:ext uri="{FF2B5EF4-FFF2-40B4-BE49-F238E27FC236}">
                <a16:creationId xmlns:a16="http://schemas.microsoft.com/office/drawing/2014/main" id="{B5025451-C510-15B5-A10C-B342E6E9E719}"/>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7" name="Slide Number Placeholder 4">
            <a:extLst>
              <a:ext uri="{FF2B5EF4-FFF2-40B4-BE49-F238E27FC236}">
                <a16:creationId xmlns:a16="http://schemas.microsoft.com/office/drawing/2014/main" id="{B5D60831-80A6-0EDC-5ABE-5FD76CB6EC73}"/>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4</a:t>
            </a:fld>
            <a:endParaRPr lang="en-US" sz="1400" dirty="0">
              <a:solidFill>
                <a:schemeClr val="bg1"/>
              </a:solidFill>
            </a:endParaRPr>
          </a:p>
        </p:txBody>
      </p:sp>
    </p:spTree>
    <p:extLst>
      <p:ext uri="{BB962C8B-B14F-4D97-AF65-F5344CB8AC3E}">
        <p14:creationId xmlns:p14="http://schemas.microsoft.com/office/powerpoint/2010/main" val="675629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486FF83A-E8FC-22D7-D6F0-87D0F4CB3DF5}"/>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AAD675DA-8664-F939-AE35-A54488D3BB9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cs typeface="Arial" panose="020B0604020202020204" pitchFamily="34" charset="0"/>
                <a:sym typeface="Helvetica Neue Light"/>
              </a:rPr>
              <a:t>Description of concept and inspiration</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2000"/>
              <a:buNone/>
            </a:pPr>
            <a:r>
              <a:rPr lang="en-US" sz="1800" dirty="0">
                <a:solidFill>
                  <a:schemeClr val="tx1"/>
                </a:solidFill>
                <a:latin typeface="Arial" panose="020B0604020202020204" pitchFamily="34" charset="0"/>
                <a:ea typeface="Helvetica Neue Light"/>
                <a:cs typeface="Arial" panose="020B0604020202020204" pitchFamily="34" charset="0"/>
                <a:sym typeface="Helvetica Neue Light"/>
              </a:rPr>
              <a:t>What is your idea?</a:t>
            </a:r>
          </a:p>
          <a:p>
            <a:pPr marL="0" indent="0">
              <a:lnSpc>
                <a:spcPct val="100000"/>
              </a:lnSpc>
              <a:spcBef>
                <a:spcPts val="0"/>
              </a:spcBef>
              <a:buSzPts val="2000"/>
              <a:buNone/>
            </a:pP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How will it work with the dispenser?</a:t>
            </a:r>
          </a:p>
          <a:p>
            <a:pPr marL="0" indent="0">
              <a:lnSpc>
                <a:spcPct val="100000"/>
              </a:lnSpc>
              <a:spcBef>
                <a:spcPts val="0"/>
              </a:spcBef>
              <a:buSzPts val="2000"/>
              <a:buNone/>
            </a:pP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How many legs will it have?</a:t>
            </a: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Include several detailed sketches </a:t>
            </a:r>
            <a:endParaRPr lang="en-US" sz="2000" b="1" dirty="0">
              <a:solidFill>
                <a:srgbClr val="15264B"/>
              </a:solidFill>
              <a:latin typeface="+mn-lt"/>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panose="020B0604020202020204" pitchFamily="34" charset="0"/>
                <a:cs typeface="Arial" panose="020B0604020202020204" pitchFamily="34" charset="0"/>
              </a:rPr>
              <a:t>Please do not take a photo of notebook paper. Create the sketches digitally, or on graph/printer paper</a:t>
            </a:r>
          </a:p>
          <a:p>
            <a:pPr marL="0" lvl="0" indent="0">
              <a:lnSpc>
                <a:spcPct val="100000"/>
              </a:lnSpc>
              <a:spcBef>
                <a:spcPts val="0"/>
              </a:spcBef>
              <a:buSzPts val="3000"/>
              <a:buNone/>
            </a:pPr>
            <a:endParaRPr lang="en-US" sz="1800" b="1" dirty="0">
              <a:solidFill>
                <a:schemeClr val="tx1"/>
              </a:solidFill>
              <a:latin typeface="Arial" panose="020B0604020202020204" pitchFamily="34" charset="0"/>
              <a:cs typeface="Arial" panose="020B0604020202020204" pitchFamily="34" charset="0"/>
            </a:endParaRP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Please label your sketches and include:</a:t>
            </a: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A detailed view of the chassis</a:t>
            </a: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A detailed view of the drivetrain</a:t>
            </a: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A detailed view of the legs, highlighting the foot path and gait</a:t>
            </a:r>
          </a:p>
        </p:txBody>
      </p:sp>
      <p:sp>
        <p:nvSpPr>
          <p:cNvPr id="18" name="Google Shape;145;p7">
            <a:extLst>
              <a:ext uri="{FF2B5EF4-FFF2-40B4-BE49-F238E27FC236}">
                <a16:creationId xmlns:a16="http://schemas.microsoft.com/office/drawing/2014/main" id="{B4B81C1F-3850-BDD4-EAA0-CDCAB596F25A}"/>
              </a:ext>
            </a:extLst>
          </p:cNvPr>
          <p:cNvSpPr/>
          <p:nvPr/>
        </p:nvSpPr>
        <p:spPr>
          <a:xfrm rot="10800000" flipH="1">
            <a:off x="0" y="6443455"/>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6FC4CB23-3061-931C-3BFE-91FA4C213EE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47449A8B-3204-F4E1-C76A-81F03BD48B9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86AB44E5-58AF-DB39-3545-888D39984B45}"/>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53DF842B-B651-1E69-6F21-8A17F577314F}"/>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2DDC83FD-A8FD-F99F-4D34-7F65545B167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Introduce idea 2</a:t>
            </a:r>
            <a:endParaRPr lang="en-US" sz="2400" dirty="0">
              <a:solidFill>
                <a:schemeClr val="lt1"/>
              </a:solidFill>
              <a:latin typeface="+mn-lt"/>
              <a:ea typeface="Helvetica Neue Light"/>
              <a:cs typeface="Helvetica Neue Light"/>
              <a:sym typeface="Helvetica Neue Light"/>
            </a:endParaRPr>
          </a:p>
        </p:txBody>
      </p:sp>
      <p:sp>
        <p:nvSpPr>
          <p:cNvPr id="4" name="TextBox 3">
            <a:extLst>
              <a:ext uri="{FF2B5EF4-FFF2-40B4-BE49-F238E27FC236}">
                <a16:creationId xmlns:a16="http://schemas.microsoft.com/office/drawing/2014/main" id="{9E79BBFB-4C32-E740-A143-FD57EDD09E29}"/>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7" name="Slide Number Placeholder 4">
            <a:extLst>
              <a:ext uri="{FF2B5EF4-FFF2-40B4-BE49-F238E27FC236}">
                <a16:creationId xmlns:a16="http://schemas.microsoft.com/office/drawing/2014/main" id="{6D7CFF7B-3842-2A14-0A01-7659D00034D1}"/>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5</a:t>
            </a:fld>
            <a:endParaRPr lang="en-US" sz="1400" dirty="0">
              <a:solidFill>
                <a:schemeClr val="bg1"/>
              </a:solidFill>
            </a:endParaRPr>
          </a:p>
        </p:txBody>
      </p:sp>
    </p:spTree>
    <p:extLst>
      <p:ext uri="{BB962C8B-B14F-4D97-AF65-F5344CB8AC3E}">
        <p14:creationId xmlns:p14="http://schemas.microsoft.com/office/powerpoint/2010/main" val="78444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928BE26D-3D2B-BFCF-628B-846DCE8444F3}"/>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2BF3AEA1-3789-E575-9A16-F34AB2B33DE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ea typeface="Helvetica Neue Light"/>
                <a:cs typeface="Arial" panose="020B0604020202020204" pitchFamily="34" charset="0"/>
                <a:sym typeface="Helvetica Neue Light"/>
              </a:rPr>
              <a:t>Arrive at a conclusion about which idea you would like to pursue</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a:cs typeface="Arial"/>
              </a:rPr>
              <a:t>Both ideas should be viable. It is not a good use of your time in the design review to have 1 “good” idea and one that is clearly flawed. </a:t>
            </a:r>
          </a:p>
          <a:p>
            <a:pPr marL="0" indent="0">
              <a:lnSpc>
                <a:spcPct val="100000"/>
              </a:lnSpc>
              <a:spcBef>
                <a:spcPts val="0"/>
              </a:spcBef>
              <a:buSzPts val="2000"/>
              <a:buNone/>
            </a:pPr>
            <a:endParaRPr lang="en-US" sz="1800" dirty="0">
              <a:solidFill>
                <a:srgbClr val="0070C0"/>
              </a:solidFill>
              <a:latin typeface="Arial"/>
              <a:cs typeface="Arial"/>
            </a:endParaRPr>
          </a:p>
          <a:p>
            <a:pPr marL="0" indent="0">
              <a:lnSpc>
                <a:spcPct val="100000"/>
              </a:lnSpc>
              <a:spcBef>
                <a:spcPts val="0"/>
              </a:spcBef>
              <a:buSzPts val="2000"/>
              <a:buNone/>
            </a:pPr>
            <a:r>
              <a:rPr lang="en-US" sz="1800" dirty="0">
                <a:solidFill>
                  <a:schemeClr val="tx1"/>
                </a:solidFill>
                <a:latin typeface="Arial"/>
                <a:cs typeface="Arial"/>
              </a:rPr>
              <a:t>With that being said make a decision about which idea you intend to pursue, and justify that decision. </a:t>
            </a:r>
          </a:p>
          <a:p>
            <a:pPr marL="0" indent="0">
              <a:lnSpc>
                <a:spcPct val="100000"/>
              </a:lnSpc>
              <a:spcBef>
                <a:spcPts val="0"/>
              </a:spcBef>
              <a:buSzPts val="2000"/>
              <a:buNone/>
            </a:pPr>
            <a:endParaRPr lang="en-US" sz="1800" dirty="0">
              <a:solidFill>
                <a:schemeClr val="tx1"/>
              </a:solidFill>
              <a:latin typeface="Arial"/>
              <a:cs typeface="Arial"/>
            </a:endParaRPr>
          </a:p>
          <a:p>
            <a:pPr marL="0" indent="0">
              <a:lnSpc>
                <a:spcPct val="100000"/>
              </a:lnSpc>
              <a:spcBef>
                <a:spcPts val="0"/>
              </a:spcBef>
              <a:buSzPts val="2000"/>
              <a:buNone/>
            </a:pPr>
            <a:r>
              <a:rPr lang="en-US" sz="1800" dirty="0">
                <a:solidFill>
                  <a:schemeClr val="tx1"/>
                </a:solidFill>
                <a:latin typeface="Arial"/>
                <a:cs typeface="Arial"/>
              </a:rPr>
              <a:t>You can create a pro and con list, or utilize a Pugh matrix or other decision-making tool. </a:t>
            </a: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p:txBody>
      </p:sp>
      <p:sp>
        <p:nvSpPr>
          <p:cNvPr id="18" name="Google Shape;145;p7">
            <a:extLst>
              <a:ext uri="{FF2B5EF4-FFF2-40B4-BE49-F238E27FC236}">
                <a16:creationId xmlns:a16="http://schemas.microsoft.com/office/drawing/2014/main" id="{1C90077F-0B0C-DB0F-62AA-84F1C5F13592}"/>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11E9B649-7F85-142F-FD84-89487EE1CD9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079A80B8-6CF7-E6ED-FE40-65340BDDD88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9805BFA7-C26E-2185-DC4A-1700EF6918C1}"/>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F4B36D68-54A5-C048-A9CB-62D39CFC4F32}"/>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7A01543C-3418-4D9D-4C96-8D98138FE1C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Compare and contrast your ideas </a:t>
            </a:r>
            <a:endParaRPr lang="en-US" sz="2400" dirty="0">
              <a:solidFill>
                <a:schemeClr val="lt1"/>
              </a:solidFill>
              <a:latin typeface="+mn-lt"/>
              <a:ea typeface="Helvetica Neue Light"/>
              <a:cs typeface="Helvetica Neue Light"/>
              <a:sym typeface="Helvetica Neue Light"/>
            </a:endParaRPr>
          </a:p>
        </p:txBody>
      </p:sp>
      <p:sp>
        <p:nvSpPr>
          <p:cNvPr id="3" name="TextBox 2">
            <a:extLst>
              <a:ext uri="{FF2B5EF4-FFF2-40B4-BE49-F238E27FC236}">
                <a16:creationId xmlns:a16="http://schemas.microsoft.com/office/drawing/2014/main" id="{764354AF-292E-6E37-95AC-0EEAC5332348}"/>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7DAB1E2B-88BB-E913-FCB1-4993D600EE64}"/>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6</a:t>
            </a:fld>
            <a:endParaRPr lang="en-US" sz="1400" dirty="0">
              <a:solidFill>
                <a:schemeClr val="bg1"/>
              </a:solidFill>
            </a:endParaRPr>
          </a:p>
        </p:txBody>
      </p:sp>
    </p:spTree>
    <p:extLst>
      <p:ext uri="{BB962C8B-B14F-4D97-AF65-F5344CB8AC3E}">
        <p14:creationId xmlns:p14="http://schemas.microsoft.com/office/powerpoint/2010/main" val="264655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4D4907BC-9805-FCE1-5AB1-A83BF66311DE}"/>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105BC61F-F70E-37B0-5F68-1614CB020A8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ea typeface="Helvetica Neue Light"/>
                <a:cs typeface="Arial" panose="020B0604020202020204" pitchFamily="34" charset="0"/>
                <a:sym typeface="Helvetica Neue Light"/>
              </a:rPr>
              <a:t>Create a timeline of how you will complete the project</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a:cs typeface="Arial"/>
              </a:rPr>
              <a:t>A good timeline consists of several elements: who, what, and when.</a:t>
            </a:r>
            <a:br>
              <a:rPr lang="en-US" sz="1800" dirty="0">
                <a:latin typeface="Arial"/>
                <a:cs typeface="Arial"/>
              </a:rPr>
            </a:br>
            <a:endParaRPr lang="en-US" sz="1800" dirty="0">
              <a:latin typeface="Arial"/>
              <a:cs typeface="Arial"/>
            </a:endParaRPr>
          </a:p>
          <a:p>
            <a:pPr marL="0" indent="0">
              <a:lnSpc>
                <a:spcPct val="100000"/>
              </a:lnSpc>
              <a:spcBef>
                <a:spcPts val="0"/>
              </a:spcBef>
              <a:buSzPts val="2000"/>
              <a:buNone/>
            </a:pPr>
            <a:r>
              <a:rPr lang="en-US" sz="1800" dirty="0">
                <a:solidFill>
                  <a:schemeClr val="tx1"/>
                </a:solidFill>
                <a:latin typeface="Arial"/>
                <a:cs typeface="Arial"/>
              </a:rPr>
              <a:t>You could also use a Gantt chart or similar device to visually depict your plan. Please still make sure to include who will complete which tasks. </a:t>
            </a:r>
          </a:p>
          <a:p>
            <a:pPr marL="0" indent="0">
              <a:lnSpc>
                <a:spcPct val="100000"/>
              </a:lnSpc>
              <a:spcBef>
                <a:spcPts val="0"/>
              </a:spcBef>
              <a:buSzPts val="2000"/>
              <a:buNone/>
            </a:pPr>
            <a:endParaRPr lang="en-US" sz="1800" dirty="0">
              <a:solidFill>
                <a:schemeClr val="tx1"/>
              </a:solidFill>
              <a:latin typeface="Arial"/>
              <a:cs typeface="Arial"/>
            </a:endParaRP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p:txBody>
      </p:sp>
      <p:sp>
        <p:nvSpPr>
          <p:cNvPr id="18" name="Google Shape;145;p7">
            <a:extLst>
              <a:ext uri="{FF2B5EF4-FFF2-40B4-BE49-F238E27FC236}">
                <a16:creationId xmlns:a16="http://schemas.microsoft.com/office/drawing/2014/main" id="{956740F8-2F9C-EF0B-8D52-A5C51051327B}"/>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2BC2D3D2-4DD5-A9F8-9C42-0B174EB1B5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B5725869-A365-6A43-B65E-0F5DB35E72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72C97C15-BBB5-2C9A-9681-9BCA54D90871}"/>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E041B989-D99A-E14A-AE06-C34DA57A1CE4}"/>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8CF89EAC-807B-9F1D-8EA6-2283F3E52EF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Future plans</a:t>
            </a:r>
            <a:endParaRPr lang="en-US" sz="2400" dirty="0">
              <a:solidFill>
                <a:schemeClr val="lt1"/>
              </a:solidFill>
              <a:latin typeface="+mn-lt"/>
              <a:ea typeface="Helvetica Neue Light"/>
              <a:cs typeface="Helvetica Neue Light"/>
              <a:sym typeface="Helvetica Neue Light"/>
            </a:endParaRPr>
          </a:p>
        </p:txBody>
      </p:sp>
      <p:sp>
        <p:nvSpPr>
          <p:cNvPr id="3" name="TextBox 2">
            <a:extLst>
              <a:ext uri="{FF2B5EF4-FFF2-40B4-BE49-F238E27FC236}">
                <a16:creationId xmlns:a16="http://schemas.microsoft.com/office/drawing/2014/main" id="{67751452-54A8-C3F9-43BA-5870C3B0DDD6}"/>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B9657AF5-86F1-B980-2518-D1B861B362DC}"/>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7</a:t>
            </a:fld>
            <a:endParaRPr lang="en-US" sz="1400" dirty="0">
              <a:solidFill>
                <a:schemeClr val="bg1"/>
              </a:solidFill>
            </a:endParaRPr>
          </a:p>
        </p:txBody>
      </p:sp>
    </p:spTree>
    <p:extLst>
      <p:ext uri="{BB962C8B-B14F-4D97-AF65-F5344CB8AC3E}">
        <p14:creationId xmlns:p14="http://schemas.microsoft.com/office/powerpoint/2010/main" val="3899460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01005E12-7F93-89BC-8D90-318B9210A81C}"/>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9713FC8F-A490-28DA-8526-7B7FCFA4C0B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600" b="1" dirty="0">
                <a:solidFill>
                  <a:srgbClr val="E84B36"/>
                </a:solidFill>
                <a:latin typeface="Arial"/>
                <a:cs typeface="Arial"/>
                <a:sym typeface="Helvetica Neue Light"/>
              </a:rPr>
              <a:t>You may demonstrate a functional prototype of one or two of the leg designs you proposed for a small amount of extra credit</a:t>
            </a:r>
            <a:endParaRPr lang="en-US" sz="2600" b="1" dirty="0">
              <a:solidFill>
                <a:srgbClr val="E84B36"/>
              </a:solidFill>
              <a:latin typeface="Arial"/>
              <a:cs typeface="Arial"/>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a:cs typeface="Arial"/>
              </a:rPr>
              <a:t>The leg should be fully functional. </a:t>
            </a:r>
          </a:p>
          <a:p>
            <a:pPr marL="0" indent="0">
              <a:lnSpc>
                <a:spcPct val="100000"/>
              </a:lnSpc>
              <a:spcBef>
                <a:spcPts val="0"/>
              </a:spcBef>
              <a:buSzPts val="2000"/>
              <a:buNone/>
            </a:pPr>
            <a:endParaRPr lang="en-US" sz="1800" b="1" dirty="0">
              <a:solidFill>
                <a:schemeClr val="tx1"/>
              </a:solidFill>
              <a:latin typeface="Arial"/>
              <a:cs typeface="Arial"/>
            </a:endParaRPr>
          </a:p>
          <a:p>
            <a:pPr marL="0" indent="0">
              <a:lnSpc>
                <a:spcPct val="100000"/>
              </a:lnSpc>
              <a:spcBef>
                <a:spcPts val="0"/>
              </a:spcBef>
              <a:buSzPts val="2000"/>
              <a:buNone/>
            </a:pPr>
            <a:r>
              <a:rPr lang="en-US" sz="1800" dirty="0">
                <a:solidFill>
                  <a:schemeClr val="tx1"/>
                </a:solidFill>
                <a:latin typeface="Arial"/>
                <a:cs typeface="Arial"/>
              </a:rPr>
              <a:t>You should list the </a:t>
            </a:r>
            <a:r>
              <a:rPr lang="en-US" sz="1800" b="1" dirty="0">
                <a:solidFill>
                  <a:schemeClr val="tx1"/>
                </a:solidFill>
                <a:latin typeface="Arial"/>
                <a:cs typeface="Arial"/>
              </a:rPr>
              <a:t>non trivial </a:t>
            </a:r>
            <a:r>
              <a:rPr lang="en-US" sz="1800" dirty="0">
                <a:solidFill>
                  <a:schemeClr val="tx1"/>
                </a:solidFill>
                <a:latin typeface="Arial"/>
                <a:cs typeface="Arial"/>
              </a:rPr>
              <a:t>prototyping questions that your prototype was designed to answer.</a:t>
            </a:r>
          </a:p>
          <a:p>
            <a:pPr marL="0" indent="0">
              <a:lnSpc>
                <a:spcPct val="100000"/>
              </a:lnSpc>
              <a:spcBef>
                <a:spcPts val="0"/>
              </a:spcBef>
              <a:buSzPts val="2000"/>
              <a:buNone/>
            </a:pPr>
            <a:endParaRPr lang="en-US" sz="1800" dirty="0">
              <a:solidFill>
                <a:schemeClr val="tx1"/>
              </a:solidFill>
              <a:latin typeface="Arial"/>
              <a:cs typeface="Arial"/>
            </a:endParaRPr>
          </a:p>
          <a:p>
            <a:pPr marL="0" indent="0">
              <a:lnSpc>
                <a:spcPct val="100000"/>
              </a:lnSpc>
              <a:spcBef>
                <a:spcPts val="0"/>
              </a:spcBef>
              <a:buSzPts val="2000"/>
              <a:buNone/>
            </a:pPr>
            <a:r>
              <a:rPr lang="en-US" sz="1800" dirty="0">
                <a:solidFill>
                  <a:schemeClr val="tx1"/>
                </a:solidFill>
                <a:latin typeface="Arial"/>
                <a:cs typeface="Arial"/>
              </a:rPr>
              <a:t>You should list how data collected from the prototype will inform your future designs and P2D2. </a:t>
            </a:r>
          </a:p>
        </p:txBody>
      </p:sp>
      <p:sp>
        <p:nvSpPr>
          <p:cNvPr id="18" name="Google Shape;145;p7">
            <a:extLst>
              <a:ext uri="{FF2B5EF4-FFF2-40B4-BE49-F238E27FC236}">
                <a16:creationId xmlns:a16="http://schemas.microsoft.com/office/drawing/2014/main" id="{43DD67BD-97E8-3A19-5E59-C7EBCBF8AD01}"/>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3D081CF9-16D1-6547-B6E3-A9EA4D96138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DF46E06E-0FEA-3630-EB26-109B4AE9008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101F33FE-9E03-1BE3-93BC-04A1D31FEFFB}"/>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09223AEE-28CD-E6DC-FC64-B6396EFEF3F7}"/>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A0E4D209-FF89-402E-6B32-FA0CB6FD080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lvl="0"/>
            <a:r>
              <a:rPr lang="en-US" sz="2400" dirty="0">
                <a:solidFill>
                  <a:schemeClr val="lt1"/>
                </a:solidFill>
                <a:ea typeface="Helvetica Neue Light"/>
                <a:cs typeface="Helvetica Neue Light"/>
                <a:sym typeface="Helvetica Neue Light"/>
              </a:rPr>
              <a:t>Optional Extra credit</a:t>
            </a:r>
          </a:p>
        </p:txBody>
      </p:sp>
      <p:sp>
        <p:nvSpPr>
          <p:cNvPr id="3" name="TextBox 2">
            <a:extLst>
              <a:ext uri="{FF2B5EF4-FFF2-40B4-BE49-F238E27FC236}">
                <a16:creationId xmlns:a16="http://schemas.microsoft.com/office/drawing/2014/main" id="{24C896F7-DA60-C0F2-517C-2176D2243102}"/>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806D1066-6720-14A0-2406-A526DD919C80}"/>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8</a:t>
            </a:fld>
            <a:endParaRPr lang="en-US" sz="1400" dirty="0">
              <a:solidFill>
                <a:schemeClr val="bg1"/>
              </a:solidFill>
            </a:endParaRPr>
          </a:p>
        </p:txBody>
      </p:sp>
    </p:spTree>
    <p:extLst>
      <p:ext uri="{BB962C8B-B14F-4D97-AF65-F5344CB8AC3E}">
        <p14:creationId xmlns:p14="http://schemas.microsoft.com/office/powerpoint/2010/main" val="756668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5;p7">
            <a:extLst>
              <a:ext uri="{FF2B5EF4-FFF2-40B4-BE49-F238E27FC236}">
                <a16:creationId xmlns:a16="http://schemas.microsoft.com/office/drawing/2014/main" id="{8FE8EAD3-2D7F-0846-8465-1E5EC531CB76}"/>
              </a:ext>
            </a:extLst>
          </p:cNvPr>
          <p:cNvSpPr/>
          <p:nvPr/>
        </p:nvSpPr>
        <p:spPr>
          <a:xfrm rot="10800000" flipH="1">
            <a:off x="-1" y="8163"/>
            <a:ext cx="12192000" cy="6858000"/>
          </a:xfrm>
          <a:prstGeom prst="rect">
            <a:avLst/>
          </a:prstGeom>
          <a:gradFill flip="none" rotWithShape="1">
            <a:gsLst>
              <a:gs pos="0">
                <a:srgbClr val="1B4284"/>
              </a:gs>
              <a:gs pos="100000">
                <a:srgbClr val="13294B"/>
              </a:gs>
            </a:gsLst>
            <a:lin ang="1890000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3" name="Picture 2" descr="A close up of a newspaper&#10;&#10;Description automatically generated">
            <a:extLst>
              <a:ext uri="{FF2B5EF4-FFF2-40B4-BE49-F238E27FC236}">
                <a16:creationId xmlns:a16="http://schemas.microsoft.com/office/drawing/2014/main" id="{40BBED40-2928-B047-86D9-C914F64EDE53}"/>
              </a:ext>
            </a:extLst>
          </p:cNvPr>
          <p:cNvPicPr>
            <a:picLocks noChangeAspect="1"/>
          </p:cNvPicPr>
          <p:nvPr/>
        </p:nvPicPr>
        <p:blipFill>
          <a:blip r:embed="rId2">
            <a:alphaModFix amt="30000"/>
          </a:blip>
          <a:stretch>
            <a:fillRect/>
          </a:stretch>
        </p:blipFill>
        <p:spPr>
          <a:xfrm>
            <a:off x="-1" y="8164"/>
            <a:ext cx="12192000" cy="6858000"/>
          </a:xfrm>
          <a:prstGeom prst="rect">
            <a:avLst/>
          </a:prstGeom>
        </p:spPr>
      </p:pic>
      <p:pic>
        <p:nvPicPr>
          <p:cNvPr id="7" name="Picture 6" descr="Graphical user interface, text&#10;&#10;Description automatically generated">
            <a:extLst>
              <a:ext uri="{FF2B5EF4-FFF2-40B4-BE49-F238E27FC236}">
                <a16:creationId xmlns:a16="http://schemas.microsoft.com/office/drawing/2014/main" id="{F63AF0C5-85E3-5442-BD93-F22B807C76B5}"/>
              </a:ext>
            </a:extLst>
          </p:cNvPr>
          <p:cNvPicPr>
            <a:picLocks noChangeAspect="1"/>
          </p:cNvPicPr>
          <p:nvPr/>
        </p:nvPicPr>
        <p:blipFill>
          <a:blip r:embed="rId3"/>
          <a:stretch>
            <a:fillRect/>
          </a:stretch>
        </p:blipFill>
        <p:spPr>
          <a:xfrm>
            <a:off x="2530021" y="2252985"/>
            <a:ext cx="7131957" cy="2352029"/>
          </a:xfrm>
          <a:prstGeom prst="rect">
            <a:avLst/>
          </a:prstGeom>
        </p:spPr>
      </p:pic>
    </p:spTree>
    <p:extLst>
      <p:ext uri="{BB962C8B-B14F-4D97-AF65-F5344CB8AC3E}">
        <p14:creationId xmlns:p14="http://schemas.microsoft.com/office/powerpoint/2010/main" val="278040543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hort_UIUC_Template.potm" id="{55EFEA3B-ADC2-48A0-BCCD-A119EA483898}" vid="{8AEE1448-03A1-4086-8145-CF73B70A625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Short_UIUC_Template</Template>
  <TotalTime>87</TotalTime>
  <Words>794</Words>
  <Application>Microsoft Office PowerPoint</Application>
  <PresentationFormat>Widescreen</PresentationFormat>
  <Paragraphs>113</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Helvetica Neue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Wandke, Kevin E</dc:creator>
  <cp:lastModifiedBy>Hsiao-Wecksler, Elizabeth T</cp:lastModifiedBy>
  <cp:revision>127</cp:revision>
  <dcterms:created xsi:type="dcterms:W3CDTF">2025-09-09T17:56:16Z</dcterms:created>
  <dcterms:modified xsi:type="dcterms:W3CDTF">2025-10-15T03:25:33Z</dcterms:modified>
</cp:coreProperties>
</file>