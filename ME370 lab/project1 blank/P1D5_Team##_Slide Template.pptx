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2"/>
  </p:notesMasterIdLst>
  <p:sldIdLst>
    <p:sldId id="283" r:id="rId2"/>
    <p:sldId id="292" r:id="rId3"/>
    <p:sldId id="277" r:id="rId4"/>
    <p:sldId id="290" r:id="rId5"/>
    <p:sldId id="294" r:id="rId6"/>
    <p:sldId id="291" r:id="rId7"/>
    <p:sldId id="295" r:id="rId8"/>
    <p:sldId id="286" r:id="rId9"/>
    <p:sldId id="287" r:id="rId10"/>
    <p:sldId id="285"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hSaRiTD9uDhGJ3nUfwohnl+c0Rs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B36"/>
    <a:srgbClr val="15264B"/>
    <a:srgbClr val="1B4284"/>
    <a:srgbClr val="FA5738"/>
    <a:srgbClr val="FF552E"/>
    <a:srgbClr val="13294B"/>
    <a:srgbClr val="0E2248"/>
    <a:srgbClr val="0E2E5A"/>
    <a:srgbClr val="0B1A53"/>
    <a:srgbClr val="0309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1D647E-53C0-4B14-9E64-58A25254C25D}" v="7" dt="2025-09-30T21:21:20.319"/>
    <p1510:client id="{663EDC9D-487F-4313-9BE1-07EE0AD3439C}" v="15" dt="2025-09-30T21:35:28.675"/>
    <p1510:client id="{89748A89-A066-4662-9910-D7D5ECF45123}" v="336" dt="2025-09-30T18:04:36.472"/>
    <p1510:client id="{A28984F5-5640-4413-B195-8EE99B5EED3F}" v="54" dt="2025-09-30T19:30:51.557"/>
    <p1510:client id="{BC79E169-0156-4C20-BD49-F7C2BDEF8564}" v="56" dt="2025-09-30T19:49:59.6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707"/>
  </p:normalViewPr>
  <p:slideViewPr>
    <p:cSldViewPr snapToGrid="0" snapToObjects="1">
      <p:cViewPr varScale="1">
        <p:scale>
          <a:sx n="107" d="100"/>
          <a:sy n="107" d="100"/>
        </p:scale>
        <p:origin x="68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9"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36"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35"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izabeth Hsiao-Wecksler" userId="hAVq9534sDWQQ/q+TFr5CxCXAkMlGgxlKQ1qbmWJrRQ=" providerId="None" clId="Web-{663EDC9D-487F-4313-9BE1-07EE0AD3439C}"/>
    <pc:docChg chg="modSld">
      <pc:chgData name="Elizabeth Hsiao-Wecksler" userId="hAVq9534sDWQQ/q+TFr5CxCXAkMlGgxlKQ1qbmWJrRQ=" providerId="None" clId="Web-{663EDC9D-487F-4313-9BE1-07EE0AD3439C}" dt="2025-09-30T21:35:28.675" v="14" actId="20577"/>
      <pc:docMkLst>
        <pc:docMk/>
      </pc:docMkLst>
      <pc:sldChg chg="modSp">
        <pc:chgData name="Elizabeth Hsiao-Wecksler" userId="hAVq9534sDWQQ/q+TFr5CxCXAkMlGgxlKQ1qbmWJrRQ=" providerId="None" clId="Web-{663EDC9D-487F-4313-9BE1-07EE0AD3439C}" dt="2025-09-30T21:35:28.675" v="14" actId="20577"/>
        <pc:sldMkLst>
          <pc:docMk/>
          <pc:sldMk cId="2955881096" sldId="292"/>
        </pc:sldMkLst>
        <pc:spChg chg="mod">
          <ac:chgData name="Elizabeth Hsiao-Wecksler" userId="hAVq9534sDWQQ/q+TFr5CxCXAkMlGgxlKQ1qbmWJrRQ=" providerId="None" clId="Web-{663EDC9D-487F-4313-9BE1-07EE0AD3439C}" dt="2025-09-30T21:35:28.675" v="14" actId="20577"/>
          <ac:spMkLst>
            <pc:docMk/>
            <pc:sldMk cId="2955881096" sldId="292"/>
            <ac:spMk id="147" creationId="{4D9E433B-9FB5-06A3-392B-80FB49CCC07C}"/>
          </ac:spMkLst>
        </pc:spChg>
      </pc:sldChg>
    </pc:docChg>
  </pc:docChgLst>
  <pc:docChgLst>
    <pc:chgData name="Elizabeth Hsiao-Wecksler" userId="hAVq9534sDWQQ/q+TFr5CxCXAkMlGgxlKQ1qbmWJrRQ=" providerId="None" clId="Web-{BC79E169-0156-4C20-BD49-F7C2BDEF8564}"/>
    <pc:docChg chg="addSld delSld modSld modMainMaster">
      <pc:chgData name="Elizabeth Hsiao-Wecksler" userId="hAVq9534sDWQQ/q+TFr5CxCXAkMlGgxlKQ1qbmWJrRQ=" providerId="None" clId="Web-{BC79E169-0156-4C20-BD49-F7C2BDEF8564}" dt="2025-09-30T19:49:59.635" v="47"/>
      <pc:docMkLst>
        <pc:docMk/>
      </pc:docMkLst>
      <pc:sldChg chg="addSp delSp modSp">
        <pc:chgData name="Elizabeth Hsiao-Wecksler" userId="hAVq9534sDWQQ/q+TFr5CxCXAkMlGgxlKQ1qbmWJrRQ=" providerId="None" clId="Web-{BC79E169-0156-4C20-BD49-F7C2BDEF8564}" dt="2025-09-30T19:49:17.978" v="41"/>
        <pc:sldMkLst>
          <pc:docMk/>
          <pc:sldMk cId="2492365327" sldId="277"/>
        </pc:sldMkLst>
        <pc:spChg chg="add del mod">
          <ac:chgData name="Elizabeth Hsiao-Wecksler" userId="hAVq9534sDWQQ/q+TFr5CxCXAkMlGgxlKQ1qbmWJrRQ=" providerId="None" clId="Web-{BC79E169-0156-4C20-BD49-F7C2BDEF8564}" dt="2025-09-30T19:46:11.727" v="20"/>
          <ac:spMkLst>
            <pc:docMk/>
            <pc:sldMk cId="2492365327" sldId="277"/>
            <ac:spMk id="3" creationId="{604A229F-D780-EE71-E9D9-3BD1B502BE2C}"/>
          </ac:spMkLst>
        </pc:spChg>
        <pc:spChg chg="add del mod">
          <ac:chgData name="Elizabeth Hsiao-Wecksler" userId="hAVq9534sDWQQ/q+TFr5CxCXAkMlGgxlKQ1qbmWJrRQ=" providerId="None" clId="Web-{BC79E169-0156-4C20-BD49-F7C2BDEF8564}" dt="2025-09-30T19:47:25.711" v="33"/>
          <ac:spMkLst>
            <pc:docMk/>
            <pc:sldMk cId="2492365327" sldId="277"/>
            <ac:spMk id="4" creationId="{08CBDD3C-D2C2-D53C-85D6-6C884C718BAD}"/>
          </ac:spMkLst>
        </pc:spChg>
        <pc:spChg chg="add mod">
          <ac:chgData name="Elizabeth Hsiao-Wecksler" userId="hAVq9534sDWQQ/q+TFr5CxCXAkMlGgxlKQ1qbmWJrRQ=" providerId="None" clId="Web-{BC79E169-0156-4C20-BD49-F7C2BDEF8564}" dt="2025-09-30T19:49:17.978" v="41"/>
          <ac:spMkLst>
            <pc:docMk/>
            <pc:sldMk cId="2492365327" sldId="277"/>
            <ac:spMk id="5" creationId="{37130E86-44D1-D02E-AE8B-11892C84B855}"/>
          </ac:spMkLst>
        </pc:spChg>
        <pc:spChg chg="mod">
          <ac:chgData name="Elizabeth Hsiao-Wecksler" userId="hAVq9534sDWQQ/q+TFr5CxCXAkMlGgxlKQ1qbmWJrRQ=" providerId="None" clId="Web-{BC79E169-0156-4C20-BD49-F7C2BDEF8564}" dt="2025-09-30T19:45:01.711" v="17" actId="14100"/>
          <ac:spMkLst>
            <pc:docMk/>
            <pc:sldMk cId="2492365327" sldId="277"/>
            <ac:spMk id="19" creationId="{52C66BBC-9453-B54E-8859-F2AF5ADAFA53}"/>
          </ac:spMkLst>
        </pc:spChg>
      </pc:sldChg>
      <pc:sldChg chg="addSp delSp modSp">
        <pc:chgData name="Elizabeth Hsiao-Wecksler" userId="hAVq9534sDWQQ/q+TFr5CxCXAkMlGgxlKQ1qbmWJrRQ=" providerId="None" clId="Web-{BC79E169-0156-4C20-BD49-F7C2BDEF8564}" dt="2025-09-30T19:47:09.774" v="30"/>
        <pc:sldMkLst>
          <pc:docMk/>
          <pc:sldMk cId="2981613436" sldId="283"/>
        </pc:sldMkLst>
        <pc:spChg chg="add del mod">
          <ac:chgData name="Elizabeth Hsiao-Wecksler" userId="hAVq9534sDWQQ/q+TFr5CxCXAkMlGgxlKQ1qbmWJrRQ=" providerId="None" clId="Web-{BC79E169-0156-4C20-BD49-F7C2BDEF8564}" dt="2025-09-30T19:47:09.774" v="30"/>
          <ac:spMkLst>
            <pc:docMk/>
            <pc:sldMk cId="2981613436" sldId="283"/>
            <ac:spMk id="2" creationId="{AB71A6C6-0053-4DD2-43AF-D2D74CB15DBC}"/>
          </ac:spMkLst>
        </pc:spChg>
      </pc:sldChg>
      <pc:sldChg chg="addSp delSp modSp">
        <pc:chgData name="Elizabeth Hsiao-Wecksler" userId="hAVq9534sDWQQ/q+TFr5CxCXAkMlGgxlKQ1qbmWJrRQ=" providerId="None" clId="Web-{BC79E169-0156-4C20-BD49-F7C2BDEF8564}" dt="2025-09-30T19:47:09.774" v="30"/>
        <pc:sldMkLst>
          <pc:docMk/>
          <pc:sldMk cId="2780405438" sldId="285"/>
        </pc:sldMkLst>
        <pc:spChg chg="add del mod">
          <ac:chgData name="Elizabeth Hsiao-Wecksler" userId="hAVq9534sDWQQ/q+TFr5CxCXAkMlGgxlKQ1qbmWJrRQ=" providerId="None" clId="Web-{BC79E169-0156-4C20-BD49-F7C2BDEF8564}" dt="2025-09-30T19:47:09.774" v="30"/>
          <ac:spMkLst>
            <pc:docMk/>
            <pc:sldMk cId="2780405438" sldId="285"/>
            <ac:spMk id="4" creationId="{BB23F9C2-97B2-F5E0-6495-AEC5A81762F7}"/>
          </ac:spMkLst>
        </pc:spChg>
      </pc:sldChg>
      <pc:sldChg chg="addSp delSp modSp">
        <pc:chgData name="Elizabeth Hsiao-Wecksler" userId="hAVq9534sDWQQ/q+TFr5CxCXAkMlGgxlKQ1qbmWJrRQ=" providerId="None" clId="Web-{BC79E169-0156-4C20-BD49-F7C2BDEF8564}" dt="2025-09-30T19:49:56.666" v="46"/>
        <pc:sldMkLst>
          <pc:docMk/>
          <pc:sldMk cId="3056494281" sldId="286"/>
        </pc:sldMkLst>
        <pc:spChg chg="add del mod">
          <ac:chgData name="Elizabeth Hsiao-Wecksler" userId="hAVq9534sDWQQ/q+TFr5CxCXAkMlGgxlKQ1qbmWJrRQ=" providerId="None" clId="Web-{BC79E169-0156-4C20-BD49-F7C2BDEF8564}" dt="2025-09-30T19:47:09.774" v="30"/>
          <ac:spMkLst>
            <pc:docMk/>
            <pc:sldMk cId="3056494281" sldId="286"/>
            <ac:spMk id="2" creationId="{76C9B917-0745-9576-F876-5C2553151C71}"/>
          </ac:spMkLst>
        </pc:spChg>
        <pc:spChg chg="add mod">
          <ac:chgData name="Elizabeth Hsiao-Wecksler" userId="hAVq9534sDWQQ/q+TFr5CxCXAkMlGgxlKQ1qbmWJrRQ=" providerId="None" clId="Web-{BC79E169-0156-4C20-BD49-F7C2BDEF8564}" dt="2025-09-30T19:49:56.666" v="46"/>
          <ac:spMkLst>
            <pc:docMk/>
            <pc:sldMk cId="3056494281" sldId="286"/>
            <ac:spMk id="5" creationId="{082BB783-106F-0AC3-9DD8-50F31F08B098}"/>
          </ac:spMkLst>
        </pc:spChg>
      </pc:sldChg>
      <pc:sldChg chg="addSp delSp modSp">
        <pc:chgData name="Elizabeth Hsiao-Wecksler" userId="hAVq9534sDWQQ/q+TFr5CxCXAkMlGgxlKQ1qbmWJrRQ=" providerId="None" clId="Web-{BC79E169-0156-4C20-BD49-F7C2BDEF8564}" dt="2025-09-30T19:49:59.635" v="47"/>
        <pc:sldMkLst>
          <pc:docMk/>
          <pc:sldMk cId="1849579333" sldId="287"/>
        </pc:sldMkLst>
        <pc:spChg chg="add del mod">
          <ac:chgData name="Elizabeth Hsiao-Wecksler" userId="hAVq9534sDWQQ/q+TFr5CxCXAkMlGgxlKQ1qbmWJrRQ=" providerId="None" clId="Web-{BC79E169-0156-4C20-BD49-F7C2BDEF8564}" dt="2025-09-30T19:47:09.774" v="30"/>
          <ac:spMkLst>
            <pc:docMk/>
            <pc:sldMk cId="1849579333" sldId="287"/>
            <ac:spMk id="2" creationId="{4FB59A97-F2BF-2906-06A6-DCFE634F8A49}"/>
          </ac:spMkLst>
        </pc:spChg>
        <pc:spChg chg="add mod">
          <ac:chgData name="Elizabeth Hsiao-Wecksler" userId="hAVq9534sDWQQ/q+TFr5CxCXAkMlGgxlKQ1qbmWJrRQ=" providerId="None" clId="Web-{BC79E169-0156-4C20-BD49-F7C2BDEF8564}" dt="2025-09-30T19:49:59.635" v="47"/>
          <ac:spMkLst>
            <pc:docMk/>
            <pc:sldMk cId="1849579333" sldId="287"/>
            <ac:spMk id="5" creationId="{02D845C7-B2B8-26D0-3F8B-B947DCAD22E6}"/>
          </ac:spMkLst>
        </pc:spChg>
      </pc:sldChg>
      <pc:sldChg chg="addSp delSp modSp">
        <pc:chgData name="Elizabeth Hsiao-Wecksler" userId="hAVq9534sDWQQ/q+TFr5CxCXAkMlGgxlKQ1qbmWJrRQ=" providerId="None" clId="Web-{BC79E169-0156-4C20-BD49-F7C2BDEF8564}" dt="2025-09-30T19:49:45.119" v="42"/>
        <pc:sldMkLst>
          <pc:docMk/>
          <pc:sldMk cId="675629889" sldId="290"/>
        </pc:sldMkLst>
        <pc:spChg chg="add del mod">
          <ac:chgData name="Elizabeth Hsiao-Wecksler" userId="hAVq9534sDWQQ/q+TFr5CxCXAkMlGgxlKQ1qbmWJrRQ=" providerId="None" clId="Web-{BC79E169-0156-4C20-BD49-F7C2BDEF8564}" dt="2025-09-30T19:47:09.774" v="30"/>
          <ac:spMkLst>
            <pc:docMk/>
            <pc:sldMk cId="675629889" sldId="290"/>
            <ac:spMk id="2" creationId="{20F6AF89-8A34-856D-7D80-3A3E96F2E27C}"/>
          </ac:spMkLst>
        </pc:spChg>
        <pc:spChg chg="add del">
          <ac:chgData name="Elizabeth Hsiao-Wecksler" userId="hAVq9534sDWQQ/q+TFr5CxCXAkMlGgxlKQ1qbmWJrRQ=" providerId="None" clId="Web-{BC79E169-0156-4C20-BD49-F7C2BDEF8564}" dt="2025-09-30T19:48:58.462" v="39"/>
          <ac:spMkLst>
            <pc:docMk/>
            <pc:sldMk cId="675629889" sldId="290"/>
            <ac:spMk id="5" creationId="{E42F0C48-C2A6-2816-B465-AB90F955B649}"/>
          </ac:spMkLst>
        </pc:spChg>
        <pc:spChg chg="add mod">
          <ac:chgData name="Elizabeth Hsiao-Wecksler" userId="hAVq9534sDWQQ/q+TFr5CxCXAkMlGgxlKQ1qbmWJrRQ=" providerId="None" clId="Web-{BC79E169-0156-4C20-BD49-F7C2BDEF8564}" dt="2025-09-30T19:49:45.119" v="42"/>
          <ac:spMkLst>
            <pc:docMk/>
            <pc:sldMk cId="675629889" sldId="290"/>
            <ac:spMk id="7" creationId="{B5D60831-80A6-0EDC-5ABE-5FD76CB6EC73}"/>
          </ac:spMkLst>
        </pc:spChg>
      </pc:sldChg>
      <pc:sldChg chg="addSp delSp modSp">
        <pc:chgData name="Elizabeth Hsiao-Wecksler" userId="hAVq9534sDWQQ/q+TFr5CxCXAkMlGgxlKQ1qbmWJrRQ=" providerId="None" clId="Web-{BC79E169-0156-4C20-BD49-F7C2BDEF8564}" dt="2025-09-30T19:49:50.979" v="44"/>
        <pc:sldMkLst>
          <pc:docMk/>
          <pc:sldMk cId="756668012" sldId="291"/>
        </pc:sldMkLst>
        <pc:spChg chg="add del mod">
          <ac:chgData name="Elizabeth Hsiao-Wecksler" userId="hAVq9534sDWQQ/q+TFr5CxCXAkMlGgxlKQ1qbmWJrRQ=" providerId="None" clId="Web-{BC79E169-0156-4C20-BD49-F7C2BDEF8564}" dt="2025-09-30T19:47:09.774" v="30"/>
          <ac:spMkLst>
            <pc:docMk/>
            <pc:sldMk cId="756668012" sldId="291"/>
            <ac:spMk id="2" creationId="{C3074D40-C4D8-5979-5339-42A28B95F65B}"/>
          </ac:spMkLst>
        </pc:spChg>
        <pc:spChg chg="add mod">
          <ac:chgData name="Elizabeth Hsiao-Wecksler" userId="hAVq9534sDWQQ/q+TFr5CxCXAkMlGgxlKQ1qbmWJrRQ=" providerId="None" clId="Web-{BC79E169-0156-4C20-BD49-F7C2BDEF8564}" dt="2025-09-30T19:49:50.979" v="44"/>
          <ac:spMkLst>
            <pc:docMk/>
            <pc:sldMk cId="756668012" sldId="291"/>
            <ac:spMk id="5" creationId="{806D1066-6720-14A0-2406-A526DD919C80}"/>
          </ac:spMkLst>
        </pc:spChg>
        <pc:spChg chg="mod">
          <ac:chgData name="Elizabeth Hsiao-Wecksler" userId="hAVq9534sDWQQ/q+TFr5CxCXAkMlGgxlKQ1qbmWJrRQ=" providerId="None" clId="Web-{BC79E169-0156-4C20-BD49-F7C2BDEF8564}" dt="2025-09-30T19:43:52.211" v="12" actId="20577"/>
          <ac:spMkLst>
            <pc:docMk/>
            <pc:sldMk cId="756668012" sldId="291"/>
            <ac:spMk id="147" creationId="{9713FC8F-A490-28DA-8526-7B7FCFA4C0B0}"/>
          </ac:spMkLst>
        </pc:spChg>
      </pc:sldChg>
      <pc:sldChg chg="addSp delSp modSp add del">
        <pc:chgData name="Elizabeth Hsiao-Wecksler" userId="hAVq9534sDWQQ/q+TFr5CxCXAkMlGgxlKQ1qbmWJrRQ=" providerId="None" clId="Web-{BC79E169-0156-4C20-BD49-F7C2BDEF8564}" dt="2025-09-30T19:48:08.024" v="37"/>
        <pc:sldMkLst>
          <pc:docMk/>
          <pc:sldMk cId="2955881096" sldId="292"/>
        </pc:sldMkLst>
        <pc:spChg chg="add del mod">
          <ac:chgData name="Elizabeth Hsiao-Wecksler" userId="hAVq9534sDWQQ/q+TFr5CxCXAkMlGgxlKQ1qbmWJrRQ=" providerId="None" clId="Web-{BC79E169-0156-4C20-BD49-F7C2BDEF8564}" dt="2025-09-30T19:47:09.774" v="30"/>
          <ac:spMkLst>
            <pc:docMk/>
            <pc:sldMk cId="2955881096" sldId="292"/>
            <ac:spMk id="2" creationId="{324199C2-DA58-673E-BC49-B27AB33647FE}"/>
          </ac:spMkLst>
        </pc:spChg>
        <pc:spChg chg="mod">
          <ac:chgData name="Elizabeth Hsiao-Wecksler" userId="hAVq9534sDWQQ/q+TFr5CxCXAkMlGgxlKQ1qbmWJrRQ=" providerId="None" clId="Web-{BC79E169-0156-4C20-BD49-F7C2BDEF8564}" dt="2025-09-30T19:31:19.803" v="0" actId="20577"/>
          <ac:spMkLst>
            <pc:docMk/>
            <pc:sldMk cId="2955881096" sldId="292"/>
            <ac:spMk id="147" creationId="{4D9E433B-9FB5-06A3-392B-80FB49CCC07C}"/>
          </ac:spMkLst>
        </pc:spChg>
      </pc:sldChg>
      <pc:sldChg chg="addSp delSp modSp">
        <pc:chgData name="Elizabeth Hsiao-Wecksler" userId="hAVq9534sDWQQ/q+TFr5CxCXAkMlGgxlKQ1qbmWJrRQ=" providerId="None" clId="Web-{BC79E169-0156-4C20-BD49-F7C2BDEF8564}" dt="2025-09-30T19:49:48.557" v="43"/>
        <pc:sldMkLst>
          <pc:docMk/>
          <pc:sldMk cId="264655275" sldId="294"/>
        </pc:sldMkLst>
        <pc:spChg chg="add del mod">
          <ac:chgData name="Elizabeth Hsiao-Wecksler" userId="hAVq9534sDWQQ/q+TFr5CxCXAkMlGgxlKQ1qbmWJrRQ=" providerId="None" clId="Web-{BC79E169-0156-4C20-BD49-F7C2BDEF8564}" dt="2025-09-30T19:47:09.774" v="30"/>
          <ac:spMkLst>
            <pc:docMk/>
            <pc:sldMk cId="264655275" sldId="294"/>
            <ac:spMk id="2" creationId="{E86E478F-1F57-4C27-C184-EA0D158BEBE2}"/>
          </ac:spMkLst>
        </pc:spChg>
        <pc:spChg chg="add mod">
          <ac:chgData name="Elizabeth Hsiao-Wecksler" userId="hAVq9534sDWQQ/q+TFr5CxCXAkMlGgxlKQ1qbmWJrRQ=" providerId="None" clId="Web-{BC79E169-0156-4C20-BD49-F7C2BDEF8564}" dt="2025-09-30T19:49:48.557" v="43"/>
          <ac:spMkLst>
            <pc:docMk/>
            <pc:sldMk cId="264655275" sldId="294"/>
            <ac:spMk id="5" creationId="{7DAB1E2B-88BB-E913-FCB1-4993D600EE64}"/>
          </ac:spMkLst>
        </pc:spChg>
      </pc:sldChg>
      <pc:sldChg chg="addSp delSp modSp">
        <pc:chgData name="Elizabeth Hsiao-Wecksler" userId="hAVq9534sDWQQ/q+TFr5CxCXAkMlGgxlKQ1qbmWJrRQ=" providerId="None" clId="Web-{BC79E169-0156-4C20-BD49-F7C2BDEF8564}" dt="2025-09-30T19:49:53.041" v="45"/>
        <pc:sldMkLst>
          <pc:docMk/>
          <pc:sldMk cId="2814729354" sldId="295"/>
        </pc:sldMkLst>
        <pc:spChg chg="add del mod">
          <ac:chgData name="Elizabeth Hsiao-Wecksler" userId="hAVq9534sDWQQ/q+TFr5CxCXAkMlGgxlKQ1qbmWJrRQ=" providerId="None" clId="Web-{BC79E169-0156-4C20-BD49-F7C2BDEF8564}" dt="2025-09-30T19:47:09.774" v="30"/>
          <ac:spMkLst>
            <pc:docMk/>
            <pc:sldMk cId="2814729354" sldId="295"/>
            <ac:spMk id="5" creationId="{58729C95-1E23-7D3A-5ED8-787E93E5732E}"/>
          </ac:spMkLst>
        </pc:spChg>
        <pc:spChg chg="add mod">
          <ac:chgData name="Elizabeth Hsiao-Wecksler" userId="hAVq9534sDWQQ/q+TFr5CxCXAkMlGgxlKQ1qbmWJrRQ=" providerId="None" clId="Web-{BC79E169-0156-4C20-BD49-F7C2BDEF8564}" dt="2025-09-30T19:49:53.041" v="45"/>
          <ac:spMkLst>
            <pc:docMk/>
            <pc:sldMk cId="2814729354" sldId="295"/>
            <ac:spMk id="7" creationId="{4D66DB3D-F48D-B0F4-F476-326DA7D0E34D}"/>
          </ac:spMkLst>
        </pc:spChg>
        <pc:spChg chg="mod">
          <ac:chgData name="Elizabeth Hsiao-Wecksler" userId="hAVq9534sDWQQ/q+TFr5CxCXAkMlGgxlKQ1qbmWJrRQ=" providerId="None" clId="Web-{BC79E169-0156-4C20-BD49-F7C2BDEF8564}" dt="2025-09-30T19:44:16.805" v="14" actId="20577"/>
          <ac:spMkLst>
            <pc:docMk/>
            <pc:sldMk cId="2814729354" sldId="295"/>
            <ac:spMk id="147" creationId="{2823939A-920D-C3B8-3BAD-55AD86824B7E}"/>
          </ac:spMkLst>
        </pc:spChg>
        <pc:picChg chg="add mod">
          <ac:chgData name="Elizabeth Hsiao-Wecksler" userId="hAVq9534sDWQQ/q+TFr5CxCXAkMlGgxlKQ1qbmWJrRQ=" providerId="None" clId="Web-{BC79E169-0156-4C20-BD49-F7C2BDEF8564}" dt="2025-09-30T19:33:43.351" v="6" actId="1076"/>
          <ac:picMkLst>
            <pc:docMk/>
            <pc:sldMk cId="2814729354" sldId="295"/>
            <ac:picMk id="2" creationId="{5CD33FF6-6448-45DE-1ED4-1D1151752796}"/>
          </ac:picMkLst>
        </pc:picChg>
        <pc:picChg chg="del">
          <ac:chgData name="Elizabeth Hsiao-Wecksler" userId="hAVq9534sDWQQ/q+TFr5CxCXAkMlGgxlKQ1qbmWJrRQ=" providerId="None" clId="Web-{BC79E169-0156-4C20-BD49-F7C2BDEF8564}" dt="2025-09-30T19:33:18.492" v="1"/>
          <ac:picMkLst>
            <pc:docMk/>
            <pc:sldMk cId="2814729354" sldId="295"/>
            <ac:picMk id="4" creationId="{CB5FAF46-2667-E9AE-5926-2AC2376956E5}"/>
          </ac:picMkLst>
        </pc:picChg>
      </pc:sldChg>
      <pc:sldMasterChg chg="mod modSldLayout">
        <pc:chgData name="Elizabeth Hsiao-Wecksler" userId="hAVq9534sDWQQ/q+TFr5CxCXAkMlGgxlKQ1qbmWJrRQ=" providerId="None" clId="Web-{BC79E169-0156-4C20-BD49-F7C2BDEF8564}" dt="2025-09-30T19:47:09.774" v="30"/>
        <pc:sldMasterMkLst>
          <pc:docMk/>
          <pc:sldMasterMk cId="0" sldId="2147483648"/>
        </pc:sldMasterMkLst>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0"/>
          </pc:sldLayoutMkLst>
        </pc:sldLayoutChg>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1"/>
          </pc:sldLayoutMkLst>
        </pc:sldLayoutChg>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2"/>
          </pc:sldLayoutMkLst>
        </pc:sldLayoutChg>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3"/>
          </pc:sldLayoutMkLst>
        </pc:sldLayoutChg>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4"/>
          </pc:sldLayoutMkLst>
        </pc:sldLayoutChg>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5"/>
          </pc:sldLayoutMkLst>
        </pc:sldLayoutChg>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6"/>
          </pc:sldLayoutMkLst>
        </pc:sldLayoutChg>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7"/>
          </pc:sldLayoutMkLst>
        </pc:sldLayoutChg>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8"/>
          </pc:sldLayoutMkLst>
        </pc:sldLayoutChg>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9"/>
          </pc:sldLayoutMkLst>
        </pc:sldLayoutChg>
      </pc:sldMasterChg>
    </pc:docChg>
  </pc:docChgLst>
  <pc:docChgLst>
    <pc:chgData name="Elizabeth Hsiao-Wecksler" userId="hAVq9534sDWQQ/q+TFr5CxCXAkMlGgxlKQ1qbmWJrRQ=" providerId="None" clId="Web-{601D647E-53C0-4B14-9E64-58A25254C25D}"/>
    <pc:docChg chg="modSld">
      <pc:chgData name="Elizabeth Hsiao-Wecksler" userId="hAVq9534sDWQQ/q+TFr5CxCXAkMlGgxlKQ1qbmWJrRQ=" providerId="None" clId="Web-{601D647E-53C0-4B14-9E64-58A25254C25D}" dt="2025-09-30T21:21:20.319" v="6" actId="20577"/>
      <pc:docMkLst>
        <pc:docMk/>
      </pc:docMkLst>
      <pc:sldChg chg="modSp">
        <pc:chgData name="Elizabeth Hsiao-Wecksler" userId="hAVq9534sDWQQ/q+TFr5CxCXAkMlGgxlKQ1qbmWJrRQ=" providerId="None" clId="Web-{601D647E-53C0-4B14-9E64-58A25254C25D}" dt="2025-09-30T21:21:20.319" v="6" actId="20577"/>
        <pc:sldMkLst>
          <pc:docMk/>
          <pc:sldMk cId="2955881096" sldId="292"/>
        </pc:sldMkLst>
        <pc:spChg chg="mod">
          <ac:chgData name="Elizabeth Hsiao-Wecksler" userId="hAVq9534sDWQQ/q+TFr5CxCXAkMlGgxlKQ1qbmWJrRQ=" providerId="None" clId="Web-{601D647E-53C0-4B14-9E64-58A25254C25D}" dt="2025-09-30T21:21:20.319" v="6" actId="20577"/>
          <ac:spMkLst>
            <pc:docMk/>
            <pc:sldMk cId="2955881096" sldId="292"/>
            <ac:spMk id="147" creationId="{4D9E433B-9FB5-06A3-392B-80FB49CCC07C}"/>
          </ac:spMkLst>
        </pc:spChg>
      </pc:sldChg>
    </pc:docChg>
  </pc:docChgLst>
  <pc:docChgLst>
    <pc:chgData name="Elizabeth Hsiao-Wecksler" userId="hAVq9534sDWQQ/q+TFr5CxCXAkMlGgxlKQ1qbmWJrRQ=" providerId="None" clId="Web-{A28984F5-5640-4413-B195-8EE99B5EED3F}"/>
    <pc:docChg chg="modSld">
      <pc:chgData name="Elizabeth Hsiao-Wecksler" userId="hAVq9534sDWQQ/q+TFr5CxCXAkMlGgxlKQ1qbmWJrRQ=" providerId="None" clId="Web-{A28984F5-5640-4413-B195-8EE99B5EED3F}" dt="2025-09-30T19:30:51.557" v="52" actId="14100"/>
      <pc:docMkLst>
        <pc:docMk/>
      </pc:docMkLst>
      <pc:sldChg chg="modSp">
        <pc:chgData name="Elizabeth Hsiao-Wecksler" userId="hAVq9534sDWQQ/q+TFr5CxCXAkMlGgxlKQ1qbmWJrRQ=" providerId="None" clId="Web-{A28984F5-5640-4413-B195-8EE99B5EED3F}" dt="2025-09-30T19:28:48.287" v="44" actId="20577"/>
        <pc:sldMkLst>
          <pc:docMk/>
          <pc:sldMk cId="2955881096" sldId="292"/>
        </pc:sldMkLst>
        <pc:spChg chg="mod">
          <ac:chgData name="Elizabeth Hsiao-Wecksler" userId="hAVq9534sDWQQ/q+TFr5CxCXAkMlGgxlKQ1qbmWJrRQ=" providerId="None" clId="Web-{A28984F5-5640-4413-B195-8EE99B5EED3F}" dt="2025-09-30T19:28:48.287" v="44" actId="20577"/>
          <ac:spMkLst>
            <pc:docMk/>
            <pc:sldMk cId="2955881096" sldId="292"/>
            <ac:spMk id="147" creationId="{4D9E433B-9FB5-06A3-392B-80FB49CCC07C}"/>
          </ac:spMkLst>
        </pc:spChg>
      </pc:sldChg>
      <pc:sldChg chg="addSp delSp modSp">
        <pc:chgData name="Elizabeth Hsiao-Wecksler" userId="hAVq9534sDWQQ/q+TFr5CxCXAkMlGgxlKQ1qbmWJrRQ=" providerId="None" clId="Web-{A28984F5-5640-4413-B195-8EE99B5EED3F}" dt="2025-09-30T19:30:51.557" v="52" actId="14100"/>
        <pc:sldMkLst>
          <pc:docMk/>
          <pc:sldMk cId="2814729354" sldId="295"/>
        </pc:sldMkLst>
        <pc:spChg chg="add del">
          <ac:chgData name="Elizabeth Hsiao-Wecksler" userId="hAVq9534sDWQQ/q+TFr5CxCXAkMlGgxlKQ1qbmWJrRQ=" providerId="None" clId="Web-{A28984F5-5640-4413-B195-8EE99B5EED3F}" dt="2025-09-30T19:30:05.602" v="50"/>
          <ac:spMkLst>
            <pc:docMk/>
            <pc:sldMk cId="2814729354" sldId="295"/>
            <ac:spMk id="2" creationId="{3B039212-A026-2DD5-99F4-9F2980814F34}"/>
          </ac:spMkLst>
        </pc:spChg>
        <pc:spChg chg="mod">
          <ac:chgData name="Elizabeth Hsiao-Wecksler" userId="hAVq9534sDWQQ/q+TFr5CxCXAkMlGgxlKQ1qbmWJrRQ=" providerId="None" clId="Web-{A28984F5-5640-4413-B195-8EE99B5EED3F}" dt="2025-09-30T19:29:06.319" v="45" actId="20577"/>
          <ac:spMkLst>
            <pc:docMk/>
            <pc:sldMk cId="2814729354" sldId="295"/>
            <ac:spMk id="147" creationId="{2823939A-920D-C3B8-3BAD-55AD86824B7E}"/>
          </ac:spMkLst>
        </pc:spChg>
        <pc:picChg chg="mod">
          <ac:chgData name="Elizabeth Hsiao-Wecksler" userId="hAVq9534sDWQQ/q+TFr5CxCXAkMlGgxlKQ1qbmWJrRQ=" providerId="None" clId="Web-{A28984F5-5640-4413-B195-8EE99B5EED3F}" dt="2025-09-30T19:30:51.557" v="52" actId="14100"/>
          <ac:picMkLst>
            <pc:docMk/>
            <pc:sldMk cId="2814729354" sldId="295"/>
            <ac:picMk id="4" creationId="{CB5FAF46-2667-E9AE-5926-2AC2376956E5}"/>
          </ac:picMkLst>
        </pc:picChg>
      </pc:sldChg>
    </pc:docChg>
  </pc:docChgLst>
  <pc:docChgLst>
    <pc:chgData name="Elizabeth Hsiao-Wecksler" userId="hAVq9534sDWQQ/q+TFr5CxCXAkMlGgxlKQ1qbmWJrRQ=" providerId="None" clId="Web-{89748A89-A066-4662-9910-D7D5ECF45123}"/>
    <pc:docChg chg="modSld">
      <pc:chgData name="Elizabeth Hsiao-Wecksler" userId="hAVq9534sDWQQ/q+TFr5CxCXAkMlGgxlKQ1qbmWJrRQ=" providerId="None" clId="Web-{89748A89-A066-4662-9910-D7D5ECF45123}" dt="2025-09-30T18:04:36.472" v="314" actId="1076"/>
      <pc:docMkLst>
        <pc:docMk/>
      </pc:docMkLst>
      <pc:sldChg chg="modSp">
        <pc:chgData name="Elizabeth Hsiao-Wecksler" userId="hAVq9534sDWQQ/q+TFr5CxCXAkMlGgxlKQ1qbmWJrRQ=" providerId="None" clId="Web-{89748A89-A066-4662-9910-D7D5ECF45123}" dt="2025-09-30T17:48:19.064" v="67" actId="20577"/>
        <pc:sldMkLst>
          <pc:docMk/>
          <pc:sldMk cId="2981613436" sldId="283"/>
        </pc:sldMkLst>
        <pc:spChg chg="mod">
          <ac:chgData name="Elizabeth Hsiao-Wecksler" userId="hAVq9534sDWQQ/q+TFr5CxCXAkMlGgxlKQ1qbmWJrRQ=" providerId="None" clId="Web-{89748A89-A066-4662-9910-D7D5ECF45123}" dt="2025-09-30T17:48:19.064" v="67" actId="20577"/>
          <ac:spMkLst>
            <pc:docMk/>
            <pc:sldMk cId="2981613436" sldId="283"/>
            <ac:spMk id="4" creationId="{6EE6B1E5-9B9E-FD48-9F48-627803FDB7F5}"/>
          </ac:spMkLst>
        </pc:spChg>
      </pc:sldChg>
      <pc:sldChg chg="modSp">
        <pc:chgData name="Elizabeth Hsiao-Wecksler" userId="hAVq9534sDWQQ/q+TFr5CxCXAkMlGgxlKQ1qbmWJrRQ=" providerId="None" clId="Web-{89748A89-A066-4662-9910-D7D5ECF45123}" dt="2025-09-30T17:56:14.700" v="291" actId="20577"/>
        <pc:sldMkLst>
          <pc:docMk/>
          <pc:sldMk cId="756668012" sldId="291"/>
        </pc:sldMkLst>
        <pc:spChg chg="mod">
          <ac:chgData name="Elizabeth Hsiao-Wecksler" userId="hAVq9534sDWQQ/q+TFr5CxCXAkMlGgxlKQ1qbmWJrRQ=" providerId="None" clId="Web-{89748A89-A066-4662-9910-D7D5ECF45123}" dt="2025-09-30T17:56:14.700" v="291" actId="20577"/>
          <ac:spMkLst>
            <pc:docMk/>
            <pc:sldMk cId="756668012" sldId="291"/>
            <ac:spMk id="23" creationId="{A0E4D209-FF89-402E-6B32-FA0CB6FD080C}"/>
          </ac:spMkLst>
        </pc:spChg>
      </pc:sldChg>
      <pc:sldChg chg="modSp">
        <pc:chgData name="Elizabeth Hsiao-Wecksler" userId="hAVq9534sDWQQ/q+TFr5CxCXAkMlGgxlKQ1qbmWJrRQ=" providerId="None" clId="Web-{89748A89-A066-4662-9910-D7D5ECF45123}" dt="2025-09-30T17:46:12.246" v="59" actId="20577"/>
        <pc:sldMkLst>
          <pc:docMk/>
          <pc:sldMk cId="2955881096" sldId="292"/>
        </pc:sldMkLst>
        <pc:spChg chg="mod">
          <ac:chgData name="Elizabeth Hsiao-Wecksler" userId="hAVq9534sDWQQ/q+TFr5CxCXAkMlGgxlKQ1qbmWJrRQ=" providerId="None" clId="Web-{89748A89-A066-4662-9910-D7D5ECF45123}" dt="2025-09-30T17:46:12.246" v="59" actId="20577"/>
          <ac:spMkLst>
            <pc:docMk/>
            <pc:sldMk cId="2955881096" sldId="292"/>
            <ac:spMk id="147" creationId="{4D9E433B-9FB5-06A3-392B-80FB49CCC07C}"/>
          </ac:spMkLst>
        </pc:spChg>
      </pc:sldChg>
      <pc:sldChg chg="modSp">
        <pc:chgData name="Elizabeth Hsiao-Wecksler" userId="hAVq9534sDWQQ/q+TFr5CxCXAkMlGgxlKQ1qbmWJrRQ=" providerId="None" clId="Web-{89748A89-A066-4662-9910-D7D5ECF45123}" dt="2025-09-30T18:02:21.369" v="303" actId="20577"/>
        <pc:sldMkLst>
          <pc:docMk/>
          <pc:sldMk cId="264655275" sldId="294"/>
        </pc:sldMkLst>
        <pc:spChg chg="mod">
          <ac:chgData name="Elizabeth Hsiao-Wecksler" userId="hAVq9534sDWQQ/q+TFr5CxCXAkMlGgxlKQ1qbmWJrRQ=" providerId="None" clId="Web-{89748A89-A066-4662-9910-D7D5ECF45123}" dt="2025-09-30T18:02:21.369" v="303" actId="20577"/>
          <ac:spMkLst>
            <pc:docMk/>
            <pc:sldMk cId="264655275" sldId="294"/>
            <ac:spMk id="147" creationId="{2BF3AEA1-3789-E575-9A16-F34AB2B33DE6}"/>
          </ac:spMkLst>
        </pc:spChg>
      </pc:sldChg>
      <pc:sldChg chg="addSp delSp modSp">
        <pc:chgData name="Elizabeth Hsiao-Wecksler" userId="hAVq9534sDWQQ/q+TFr5CxCXAkMlGgxlKQ1qbmWJrRQ=" providerId="None" clId="Web-{89748A89-A066-4662-9910-D7D5ECF45123}" dt="2025-09-30T18:04:36.472" v="314" actId="1076"/>
        <pc:sldMkLst>
          <pc:docMk/>
          <pc:sldMk cId="2814729354" sldId="295"/>
        </pc:sldMkLst>
        <pc:spChg chg="mod">
          <ac:chgData name="Elizabeth Hsiao-Wecksler" userId="hAVq9534sDWQQ/q+TFr5CxCXAkMlGgxlKQ1qbmWJrRQ=" providerId="None" clId="Web-{89748A89-A066-4662-9910-D7D5ECF45123}" dt="2025-09-30T17:55:53.684" v="288" actId="20577"/>
          <ac:spMkLst>
            <pc:docMk/>
            <pc:sldMk cId="2814729354" sldId="295"/>
            <ac:spMk id="23" creationId="{E4F20755-75F9-BDCC-AE18-F18B48A382BC}"/>
          </ac:spMkLst>
        </pc:spChg>
        <pc:spChg chg="mod">
          <ac:chgData name="Elizabeth Hsiao-Wecksler" userId="hAVq9534sDWQQ/q+TFr5CxCXAkMlGgxlKQ1qbmWJrRQ=" providerId="None" clId="Web-{89748A89-A066-4662-9910-D7D5ECF45123}" dt="2025-09-30T18:04:05.049" v="310" actId="14100"/>
          <ac:spMkLst>
            <pc:docMk/>
            <pc:sldMk cId="2814729354" sldId="295"/>
            <ac:spMk id="147" creationId="{2823939A-920D-C3B8-3BAD-55AD86824B7E}"/>
          </ac:spMkLst>
        </pc:spChg>
        <pc:picChg chg="add del mod">
          <ac:chgData name="Elizabeth Hsiao-Wecksler" userId="hAVq9534sDWQQ/q+TFr5CxCXAkMlGgxlKQ1qbmWJrRQ=" providerId="None" clId="Web-{89748A89-A066-4662-9910-D7D5ECF45123}" dt="2025-09-30T18:04:09.752" v="311"/>
          <ac:picMkLst>
            <pc:docMk/>
            <pc:sldMk cId="2814729354" sldId="295"/>
            <ac:picMk id="2" creationId="{A0562AA2-CEA1-0CB3-4344-571F9626B5FD}"/>
          </ac:picMkLst>
        </pc:picChg>
        <pc:picChg chg="add mod">
          <ac:chgData name="Elizabeth Hsiao-Wecksler" userId="hAVq9534sDWQQ/q+TFr5CxCXAkMlGgxlKQ1qbmWJrRQ=" providerId="None" clId="Web-{89748A89-A066-4662-9910-D7D5ECF45123}" dt="2025-09-30T18:04:36.472" v="314" actId="1076"/>
          <ac:picMkLst>
            <pc:docMk/>
            <pc:sldMk cId="2814729354" sldId="295"/>
            <ac:picMk id="4" creationId="{CB5FAF46-2667-E9AE-5926-2AC2376956E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352DEBDE-E38A-51EC-F2DC-C2C1A573A68D}"/>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C5455EBE-3A0F-E776-F4E0-F7024E118E8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B0976610-E3BB-1B38-AF7F-27B7896BA0B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7750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8369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D7CA1E2A-569A-B360-E92F-FC84784BD45B}"/>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D6DE77CC-DF74-6762-8DD4-A9B9E590D1D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07C57365-643F-7A2D-76AB-A82169558F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485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AB5CEB29-5DED-C4A5-DC56-2E2056A41DAF}"/>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6787C7FF-C360-6737-A486-B05C0A587C5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17E25E4D-6C11-05E7-7CAA-FEDB9CC234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1197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E8AF2873-AAC3-AA92-BB14-A26E0752C7E8}"/>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A2D28565-A688-E674-7DDE-848300AE9F4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F459DF23-6BB5-77FE-D5AB-B434FC9513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63048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EC1A16D2-9889-804B-CD34-870ED94D74D9}"/>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BE3D124F-D75D-98BD-6A6B-D96BEEB2DC8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8D644062-785E-02C7-59FD-3960175B5B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61403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AE1DD839-39C5-52EE-5926-ABC3B193C83A}"/>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4928CDB3-2BA3-869E-F67C-37F3FEFDF6B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EEC9BA3D-DC40-D8F6-E281-21DD2CA670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1713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49FB2878-D507-6971-B3E3-633C89E48C87}"/>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8D1AD3D9-D2CD-2A20-35E6-5D26E3CD098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3D64799D-E80B-DBAD-07F2-7F33AA55AC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5719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dirty="0"/>
          </a:p>
        </p:txBody>
      </p:sp>
      <p:sp>
        <p:nvSpPr>
          <p:cNvPr id="23" name="Google Shape;23;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24" name="Google Shape;2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9" name="Google Shape;29;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30" name="Google Shape;30;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5" name="Google Shape;35;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36" name="Google Shape;36;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37" name="Google Shape;3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2" name="Google Shape;42;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43" name="Google Shape;43;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44" name="Google Shape;44;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45" name="Google Shape;45;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46" name="Google Shape;4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1" name="Google Shape;5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0" name="Google Shape;60;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61" name="Google Shape;61;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62" name="Google Shape;6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7" name="Google Shape;67;p23"/>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68" name="Google Shape;68;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69" name="Google Shape;69;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4" name="Google Shape;74;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5" name="Google Shape;7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0" name="Google Shape;80;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1" name="Google Shape;8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145;p7">
            <a:extLst>
              <a:ext uri="{FF2B5EF4-FFF2-40B4-BE49-F238E27FC236}">
                <a16:creationId xmlns:a16="http://schemas.microsoft.com/office/drawing/2014/main" id="{C1FA7C40-A5CF-024C-8FE8-5396C6906587}"/>
              </a:ext>
            </a:extLst>
          </p:cNvPr>
          <p:cNvSpPr/>
          <p:nvPr/>
        </p:nvSpPr>
        <p:spPr>
          <a:xfrm rot="10800000" flipH="1">
            <a:off x="-1" y="8163"/>
            <a:ext cx="12192000" cy="6858000"/>
          </a:xfrm>
          <a:prstGeom prst="rect">
            <a:avLst/>
          </a:prstGeom>
          <a:gradFill flip="none" rotWithShape="1">
            <a:gsLst>
              <a:gs pos="0">
                <a:srgbClr val="1B4284"/>
              </a:gs>
              <a:gs pos="100000">
                <a:srgbClr val="13294B"/>
              </a:gs>
            </a:gsLst>
            <a:lin ang="1890000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3" name="Picture 2" descr="A close up of a newspaper&#10;&#10;Description automatically generated">
            <a:extLst>
              <a:ext uri="{FF2B5EF4-FFF2-40B4-BE49-F238E27FC236}">
                <a16:creationId xmlns:a16="http://schemas.microsoft.com/office/drawing/2014/main" id="{249122D5-F0B6-6948-B395-9DF02DCB4E94}"/>
              </a:ext>
            </a:extLst>
          </p:cNvPr>
          <p:cNvPicPr>
            <a:picLocks noChangeAspect="1"/>
          </p:cNvPicPr>
          <p:nvPr/>
        </p:nvPicPr>
        <p:blipFill>
          <a:blip r:embed="rId2">
            <a:alphaModFix amt="30000"/>
          </a:blip>
          <a:stretch>
            <a:fillRect/>
          </a:stretch>
        </p:blipFill>
        <p:spPr>
          <a:xfrm>
            <a:off x="0" y="8164"/>
            <a:ext cx="12192000" cy="6858000"/>
          </a:xfrm>
          <a:prstGeom prst="rect">
            <a:avLst/>
          </a:prstGeom>
        </p:spPr>
      </p:pic>
      <p:sp>
        <p:nvSpPr>
          <p:cNvPr id="4" name="Google Shape;97;p1">
            <a:extLst>
              <a:ext uri="{FF2B5EF4-FFF2-40B4-BE49-F238E27FC236}">
                <a16:creationId xmlns:a16="http://schemas.microsoft.com/office/drawing/2014/main" id="{6EE6B1E5-9B9E-FD48-9F48-627803FDB7F5}"/>
              </a:ext>
            </a:extLst>
          </p:cNvPr>
          <p:cNvSpPr txBox="1"/>
          <p:nvPr/>
        </p:nvSpPr>
        <p:spPr>
          <a:xfrm>
            <a:off x="1134033" y="2211064"/>
            <a:ext cx="9923929" cy="2908448"/>
          </a:xfrm>
          <a:prstGeom prst="rect">
            <a:avLst/>
          </a:prstGeom>
          <a:noFill/>
          <a:ln>
            <a:noFill/>
          </a:ln>
        </p:spPr>
        <p:txBody>
          <a:bodyPr spcFirstLastPara="1" wrap="square" lIns="91425" tIns="45700" rIns="91425" bIns="45700" anchor="t" anchorCtr="0">
            <a:spAutoFit/>
          </a:bodyPr>
          <a:lstStyle/>
          <a:p>
            <a:pPr algn="ctr">
              <a:spcBef>
                <a:spcPts val="600"/>
              </a:spcBef>
            </a:pPr>
            <a:r>
              <a:rPr lang="en-US" sz="4000" spc="200" dirty="0">
                <a:solidFill>
                  <a:schemeClr val="bg1"/>
                </a:solidFill>
                <a:ea typeface="Helvetica Neue Light"/>
                <a:cs typeface="Helvetica Neue Light"/>
                <a:sym typeface="Helvetica Neue Light"/>
              </a:rPr>
              <a:t>ME 370</a:t>
            </a:r>
          </a:p>
          <a:p>
            <a:pPr algn="ctr">
              <a:spcBef>
                <a:spcPts val="600"/>
              </a:spcBef>
            </a:pPr>
            <a:r>
              <a:rPr lang="en-US" sz="4000" b="1" i="0" u="none" strike="noStrike" cap="none" dirty="0">
                <a:solidFill>
                  <a:schemeClr val="lt1"/>
                </a:solidFill>
                <a:latin typeface="+mn-lt"/>
                <a:ea typeface="Helvetica Neue"/>
                <a:cs typeface="Helvetica Neue"/>
                <a:sym typeface="Helvetica Neue"/>
              </a:rPr>
              <a:t>P1D5 (</a:t>
            </a:r>
            <a:r>
              <a:rPr lang="en-US" sz="4000" b="1" dirty="0">
                <a:solidFill>
                  <a:schemeClr val="lt1"/>
                </a:solidFill>
                <a:latin typeface="+mn-lt"/>
                <a:ea typeface="Helvetica Neue"/>
                <a:cs typeface="Helvetica Neue"/>
                <a:sym typeface="Helvetica Neue"/>
              </a:rPr>
              <a:t>Descriptive Project</a:t>
            </a:r>
            <a:r>
              <a:rPr lang="en-US" sz="4000" b="1" i="0" u="none" strike="noStrike" cap="none" dirty="0">
                <a:solidFill>
                  <a:schemeClr val="lt1"/>
                </a:solidFill>
                <a:latin typeface="+mn-lt"/>
                <a:ea typeface="Helvetica Neue"/>
                <a:cs typeface="Helvetica Neue"/>
                <a:sym typeface="Helvetica Neue"/>
              </a:rPr>
              <a:t> Title)</a:t>
            </a:r>
            <a:endParaRPr sz="4000" dirty="0">
              <a:solidFill>
                <a:schemeClr val="lt1"/>
              </a:solidFill>
              <a:latin typeface="+mn-lt"/>
            </a:endParaRPr>
          </a:p>
          <a:p>
            <a:pPr lvl="0" algn="ctr"/>
            <a:r>
              <a:rPr lang="en-US" sz="2400" spc="200" dirty="0">
                <a:solidFill>
                  <a:schemeClr val="bg1"/>
                </a:solidFill>
                <a:ea typeface="Helvetica Neue Light"/>
                <a:cs typeface="Helvetica Neue Light"/>
                <a:sym typeface="Helvetica Neue Light"/>
              </a:rPr>
              <a:t>(Team #: Team member names – introduce yourselves)</a:t>
            </a:r>
          </a:p>
          <a:p>
            <a:pPr lvl="0" algn="ctr">
              <a:spcBef>
                <a:spcPts val="600"/>
              </a:spcBef>
            </a:pPr>
            <a:endParaRPr lang="en-US" sz="1800" dirty="0">
              <a:solidFill>
                <a:schemeClr val="lt1"/>
              </a:solidFill>
              <a:latin typeface="+mn-lt"/>
              <a:ea typeface="Helvetica Neue"/>
              <a:cs typeface="Helvetica Neue"/>
              <a:sym typeface="Helvetica Neue"/>
            </a:endParaRPr>
          </a:p>
          <a:p>
            <a:pPr lvl="0" algn="ctr">
              <a:spcBef>
                <a:spcPts val="600"/>
              </a:spcBef>
            </a:pPr>
            <a:r>
              <a:rPr lang="en-US" sz="1800" dirty="0">
                <a:solidFill>
                  <a:schemeClr val="lt1"/>
                </a:solidFill>
                <a:latin typeface="+mn-lt"/>
                <a:ea typeface="Helvetica Neue"/>
                <a:cs typeface="Helvetica Neue"/>
                <a:sym typeface="Helvetica Neue"/>
              </a:rPr>
              <a:t>(For a consistent visual look to the slides please use the font Arial for all the text.)</a:t>
            </a:r>
          </a:p>
          <a:p>
            <a:pPr lvl="0" algn="ctr">
              <a:spcBef>
                <a:spcPts val="600"/>
              </a:spcBef>
            </a:pPr>
            <a:r>
              <a:rPr lang="en-US" sz="1800" dirty="0">
                <a:solidFill>
                  <a:schemeClr val="lt1"/>
                </a:solidFill>
                <a:latin typeface="+mn-lt"/>
                <a:ea typeface="Helvetica Neue"/>
                <a:cs typeface="Helvetica Neue"/>
                <a:sym typeface="Helvetica Neue"/>
              </a:rPr>
              <a:t>(Additionally, use orange and blue consistently with your headings and subheadings.)</a:t>
            </a:r>
            <a:endParaRPr sz="1800" dirty="0">
              <a:latin typeface="+mn-lt"/>
            </a:endParaRPr>
          </a:p>
        </p:txBody>
      </p:sp>
      <p:pic>
        <p:nvPicPr>
          <p:cNvPr id="5" name="Picture 4" descr="A picture containing drawing&#10;&#10;Description automatically generated">
            <a:extLst>
              <a:ext uri="{FF2B5EF4-FFF2-40B4-BE49-F238E27FC236}">
                <a16:creationId xmlns:a16="http://schemas.microsoft.com/office/drawing/2014/main" id="{8FBAA0E1-3AE3-CC42-A2EA-C66D0BE988E2}"/>
              </a:ext>
            </a:extLst>
          </p:cNvPr>
          <p:cNvPicPr>
            <a:picLocks noChangeAspect="1"/>
          </p:cNvPicPr>
          <p:nvPr/>
        </p:nvPicPr>
        <p:blipFill>
          <a:blip r:embed="rId3"/>
          <a:stretch>
            <a:fillRect/>
          </a:stretch>
        </p:blipFill>
        <p:spPr>
          <a:xfrm>
            <a:off x="4641007" y="852965"/>
            <a:ext cx="2909982" cy="754082"/>
          </a:xfrm>
          <a:prstGeom prst="rect">
            <a:avLst/>
          </a:prstGeom>
        </p:spPr>
      </p:pic>
      <p:sp>
        <p:nvSpPr>
          <p:cNvPr id="6" name="Google Shape;98;p1">
            <a:extLst>
              <a:ext uri="{FF2B5EF4-FFF2-40B4-BE49-F238E27FC236}">
                <a16:creationId xmlns:a16="http://schemas.microsoft.com/office/drawing/2014/main" id="{5C6D8374-322F-A84C-B20A-504C6528FDDA}"/>
              </a:ext>
            </a:extLst>
          </p:cNvPr>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spc="300" dirty="0">
                <a:solidFill>
                  <a:schemeClr val="bg1"/>
                </a:solidFill>
                <a:latin typeface="+mn-lt"/>
                <a:ea typeface="Helvetica Neue Light"/>
                <a:sym typeface="Helvetica Neue Light"/>
              </a:rPr>
              <a:t>DATE</a:t>
            </a:r>
            <a:endParaRPr sz="1800" spc="300" dirty="0">
              <a:solidFill>
                <a:schemeClr val="bg1"/>
              </a:solidFill>
              <a:latin typeface="+mn-lt"/>
            </a:endParaRPr>
          </a:p>
        </p:txBody>
      </p:sp>
    </p:spTree>
    <p:extLst>
      <p:ext uri="{BB962C8B-B14F-4D97-AF65-F5344CB8AC3E}">
        <p14:creationId xmlns:p14="http://schemas.microsoft.com/office/powerpoint/2010/main" val="2981613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37C12E87-D5B5-5AFC-4F95-7843DFF83B2F}"/>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4D9E433B-9FB5-06A3-392B-80FB49CCC07C}"/>
              </a:ext>
            </a:extLst>
          </p:cNvPr>
          <p:cNvSpPr txBox="1">
            <a:spLocks noGrp="1"/>
          </p:cNvSpPr>
          <p:nvPr>
            <p:ph type="body" idx="1"/>
          </p:nvPr>
        </p:nvSpPr>
        <p:spPr>
          <a:xfrm>
            <a:off x="430335" y="528116"/>
            <a:ext cx="11177401" cy="5453583"/>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2000"/>
              <a:buNone/>
            </a:pPr>
            <a:r>
              <a:rPr lang="en-US" sz="1800" b="1" dirty="0">
                <a:latin typeface="Arial" panose="020B0604020202020204" pitchFamily="34" charset="0"/>
                <a:cs typeface="Arial" panose="020B0604020202020204" pitchFamily="34" charset="0"/>
              </a:rPr>
              <a:t>Quick note:</a:t>
            </a:r>
          </a:p>
          <a:p>
            <a:pPr marL="0" indent="0">
              <a:lnSpc>
                <a:spcPct val="100000"/>
              </a:lnSpc>
              <a:spcBef>
                <a:spcPts val="0"/>
              </a:spcBef>
              <a:buSzPts val="2000"/>
              <a:buNone/>
            </a:pPr>
            <a:endParaRPr lang="en-US" sz="1800" b="1" dirty="0">
              <a:solidFill>
                <a:schemeClr val="tx1"/>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r>
              <a:rPr lang="en-US" sz="1800" dirty="0">
                <a:solidFill>
                  <a:schemeClr val="tx1"/>
                </a:solidFill>
                <a:latin typeface="Arial" panose="020B0604020202020204" pitchFamily="34" charset="0"/>
                <a:cs typeface="Arial" panose="020B0604020202020204" pitchFamily="34" charset="0"/>
              </a:rPr>
              <a:t>Use this template as a guide. Please do not follow it exactly. Use whatever order and format is the clearest and makes sense given your group, design, and user context. Review the grading rubric to ensure that all categories are addressed.</a:t>
            </a:r>
          </a:p>
          <a:p>
            <a:pPr marL="0" indent="0">
              <a:lnSpc>
                <a:spcPct val="100000"/>
              </a:lnSpc>
              <a:spcBef>
                <a:spcPts val="0"/>
              </a:spcBef>
              <a:buSzPts val="2000"/>
              <a:buNone/>
            </a:pPr>
            <a:endParaRPr lang="en-US" sz="1800" dirty="0">
              <a:solidFill>
                <a:schemeClr val="tx1"/>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r>
              <a:rPr lang="en-US" sz="1800" b="1" dirty="0">
                <a:solidFill>
                  <a:schemeClr val="tx1"/>
                </a:solidFill>
                <a:latin typeface="Arial" panose="020B0604020202020204" pitchFamily="34" charset="0"/>
                <a:cs typeface="Arial" panose="020B0604020202020204" pitchFamily="34" charset="0"/>
              </a:rPr>
              <a:t>Additional guidelines</a:t>
            </a:r>
          </a:p>
          <a:p>
            <a:pPr marL="0" indent="0">
              <a:lnSpc>
                <a:spcPct val="100000"/>
              </a:lnSpc>
              <a:spcBef>
                <a:spcPts val="0"/>
              </a:spcBef>
              <a:buSzPts val="2000"/>
              <a:buNone/>
            </a:pPr>
            <a:endParaRPr lang="en-US" sz="1800" dirty="0">
              <a:solidFill>
                <a:schemeClr val="tx1"/>
              </a:solidFill>
              <a:latin typeface="Arial" panose="020B0604020202020204" pitchFamily="34" charset="0"/>
              <a:cs typeface="Arial" panose="020B0604020202020204" pitchFamily="34" charset="0"/>
            </a:endParaRPr>
          </a:p>
          <a:p>
            <a:pPr marL="285750" indent="-285750">
              <a:lnSpc>
                <a:spcPct val="100000"/>
              </a:lnSpc>
              <a:spcBef>
                <a:spcPts val="0"/>
              </a:spcBef>
              <a:buSzPts val="2000"/>
            </a:pPr>
            <a:r>
              <a:rPr lang="en-US" sz="1800" dirty="0">
                <a:solidFill>
                  <a:schemeClr val="tx1"/>
                </a:solidFill>
                <a:latin typeface="Arial" panose="020B0604020202020204" pitchFamily="34" charset="0"/>
                <a:cs typeface="Arial" panose="020B0604020202020204" pitchFamily="34" charset="0"/>
              </a:rPr>
              <a:t>Presentations should be kept to a </a:t>
            </a:r>
            <a:r>
              <a:rPr lang="en-US" sz="1800" b="1" dirty="0">
                <a:solidFill>
                  <a:schemeClr val="tx1"/>
                </a:solidFill>
                <a:latin typeface="Arial" panose="020B0604020202020204" pitchFamily="34" charset="0"/>
                <a:cs typeface="Arial" panose="020B0604020202020204" pitchFamily="34" charset="0"/>
              </a:rPr>
              <a:t>maximum of 8 minutes</a:t>
            </a:r>
            <a:r>
              <a:rPr lang="en-US" sz="1800" dirty="0">
                <a:solidFill>
                  <a:schemeClr val="tx1"/>
                </a:solidFill>
                <a:latin typeface="Arial" panose="020B0604020202020204" pitchFamily="34" charset="0"/>
                <a:cs typeface="Arial" panose="020B0604020202020204" pitchFamily="34" charset="0"/>
              </a:rPr>
              <a:t>, and all team members should present</a:t>
            </a:r>
          </a:p>
          <a:p>
            <a:pPr marL="285750" indent="-285750">
              <a:lnSpc>
                <a:spcPct val="100000"/>
              </a:lnSpc>
              <a:spcBef>
                <a:spcPts val="0"/>
              </a:spcBef>
              <a:buSzPts val="2000"/>
            </a:pPr>
            <a:r>
              <a:rPr lang="en-US" sz="1800" b="1" dirty="0">
                <a:solidFill>
                  <a:schemeClr val="tx1"/>
                </a:solidFill>
                <a:latin typeface="Arial" panose="020B0604020202020204" pitchFamily="34" charset="0"/>
                <a:cs typeface="Arial" panose="020B0604020202020204" pitchFamily="34" charset="0"/>
              </a:rPr>
              <a:t>Rehearse and practice </a:t>
            </a:r>
            <a:r>
              <a:rPr lang="en-US" sz="1800" dirty="0">
                <a:solidFill>
                  <a:schemeClr val="tx1"/>
                </a:solidFill>
                <a:latin typeface="Arial" panose="020B0604020202020204" pitchFamily="34" charset="0"/>
                <a:cs typeface="Arial" panose="020B0604020202020204" pitchFamily="34" charset="0"/>
              </a:rPr>
              <a:t>presentation as a team several times ahead of time. Employ good slide design and presentation skills to earn full points. </a:t>
            </a:r>
          </a:p>
          <a:p>
            <a:pPr marL="285750" indent="-285750">
              <a:lnSpc>
                <a:spcPct val="100000"/>
              </a:lnSpc>
              <a:spcBef>
                <a:spcPts val="0"/>
              </a:spcBef>
              <a:buSzPts val="2000"/>
            </a:pPr>
            <a:r>
              <a:rPr lang="en-US" sz="1800" dirty="0">
                <a:solidFill>
                  <a:schemeClr val="tx1"/>
                </a:solidFill>
                <a:latin typeface="Arial" panose="020B0604020202020204" pitchFamily="34" charset="0"/>
                <a:cs typeface="Arial" panose="020B0604020202020204" pitchFamily="34" charset="0"/>
              </a:rPr>
              <a:t>Pointer: no more than 1 slide per minute of presentation (less slides if there are many ideas to discuss per slide)</a:t>
            </a:r>
          </a:p>
          <a:p>
            <a:pPr marL="285750" indent="-285750">
              <a:lnSpc>
                <a:spcPct val="100000"/>
              </a:lnSpc>
              <a:spcBef>
                <a:spcPts val="0"/>
              </a:spcBef>
              <a:buSzPts val="2000"/>
            </a:pPr>
            <a:r>
              <a:rPr lang="en-US" sz="1800" dirty="0">
                <a:solidFill>
                  <a:schemeClr val="tx1"/>
                </a:solidFill>
                <a:latin typeface="Arial" panose="020B0604020202020204" pitchFamily="34" charset="0"/>
                <a:cs typeface="Arial" panose="020B0604020202020204" pitchFamily="34" charset="0"/>
              </a:rPr>
              <a:t>Remove notes and instructions in template </a:t>
            </a:r>
          </a:p>
          <a:p>
            <a:pPr marL="285750" indent="-285750">
              <a:lnSpc>
                <a:spcPct val="100000"/>
              </a:lnSpc>
              <a:spcBef>
                <a:spcPts val="0"/>
              </a:spcBef>
              <a:buSzPts val="2000"/>
            </a:pPr>
            <a:r>
              <a:rPr lang="en-US" sz="1800" dirty="0">
                <a:solidFill>
                  <a:srgbClr val="0070C0"/>
                </a:solidFill>
                <a:latin typeface="Arial"/>
                <a:cs typeface="Arial"/>
              </a:rPr>
              <a:t>Submit your presentation as a PDF with the following filename format: </a:t>
            </a:r>
            <a:r>
              <a:rPr lang="en-US" sz="1800" b="1" dirty="0">
                <a:solidFill>
                  <a:srgbClr val="0070C0"/>
                </a:solidFill>
                <a:latin typeface="Arial"/>
                <a:cs typeface="Arial"/>
              </a:rPr>
              <a:t>P1D5_Team##</a:t>
            </a:r>
            <a:r>
              <a:rPr lang="en-US" sz="1800" b="1" dirty="0">
                <a:solidFill>
                  <a:srgbClr val="0070C0"/>
                </a:solidFill>
                <a:latin typeface="Arial"/>
              </a:rPr>
              <a:t>_Presentation</a:t>
            </a:r>
            <a:r>
              <a:rPr lang="en-US" sz="1800" dirty="0">
                <a:solidFill>
                  <a:srgbClr val="0070C0"/>
                </a:solidFill>
                <a:latin typeface="Arial"/>
              </a:rPr>
              <a:t>.pdf (use two digit team number 01-60). Use similar filename listing Team## for any other uploaded files (CAD </a:t>
            </a:r>
            <a:r>
              <a:rPr lang="en-US" sz="1800">
                <a:solidFill>
                  <a:srgbClr val="0070C0"/>
                </a:solidFill>
                <a:latin typeface="Arial"/>
              </a:rPr>
              <a:t>video and Team Contribution Statements</a:t>
            </a:r>
            <a:r>
              <a:rPr lang="en-US" sz="1800" dirty="0">
                <a:solidFill>
                  <a:srgbClr val="0070C0"/>
                </a:solidFill>
                <a:latin typeface="Arial"/>
              </a:rPr>
              <a:t>).</a:t>
            </a:r>
            <a:endParaRPr lang="en-US" sz="1800" dirty="0">
              <a:solidFill>
                <a:srgbClr val="0070C0"/>
              </a:solidFill>
              <a:latin typeface="Arial"/>
              <a:cs typeface="Arial"/>
            </a:endParaRPr>
          </a:p>
          <a:p>
            <a:pPr marL="285750" indent="-285750">
              <a:lnSpc>
                <a:spcPct val="100000"/>
              </a:lnSpc>
              <a:spcBef>
                <a:spcPts val="0"/>
              </a:spcBef>
              <a:buSzPts val="2000"/>
            </a:pPr>
            <a:endParaRPr lang="en-US" sz="1800" dirty="0">
              <a:solidFill>
                <a:schemeClr val="tx1"/>
              </a:solidFill>
              <a:latin typeface="Arial" panose="020B0604020202020204" pitchFamily="34" charset="0"/>
              <a:cs typeface="Arial" panose="020B0604020202020204" pitchFamily="34" charset="0"/>
            </a:endParaRPr>
          </a:p>
          <a:p>
            <a:pPr marL="285750" indent="-285750">
              <a:lnSpc>
                <a:spcPct val="100000"/>
              </a:lnSpc>
              <a:spcBef>
                <a:spcPts val="0"/>
              </a:spcBef>
              <a:buSzPts val="2000"/>
            </a:pPr>
            <a:endParaRPr lang="en-US" sz="1800" dirty="0">
              <a:solidFill>
                <a:srgbClr val="000000"/>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r>
              <a:rPr lang="en-US" sz="1800" dirty="0">
                <a:solidFill>
                  <a:srgbClr val="FF0000"/>
                </a:solidFill>
                <a:latin typeface="Arial" panose="020B0604020202020204" pitchFamily="34" charset="0"/>
                <a:cs typeface="Arial" panose="020B0604020202020204" pitchFamily="34" charset="0"/>
              </a:rPr>
              <a:t>All presentations will be held in 1001 MEL, NOT in the Innovation Studio</a:t>
            </a:r>
          </a:p>
        </p:txBody>
      </p:sp>
    </p:spTree>
    <p:extLst>
      <p:ext uri="{BB962C8B-B14F-4D97-AF65-F5344CB8AC3E}">
        <p14:creationId xmlns:p14="http://schemas.microsoft.com/office/powerpoint/2010/main" val="2955881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7" name="Google Shape;147;p7"/>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600" b="1" dirty="0">
                <a:solidFill>
                  <a:srgbClr val="E84B36"/>
                </a:solidFill>
                <a:latin typeface="Arial" panose="020B0604020202020204" pitchFamily="34" charset="0"/>
                <a:cs typeface="Arial" panose="020B0604020202020204" pitchFamily="34" charset="0"/>
                <a:sym typeface="Helvetica Neue Light"/>
              </a:rPr>
              <a:t>Please recap user group and their unique needs</a:t>
            </a:r>
            <a:endParaRPr lang="en-US" sz="2600" b="1" dirty="0">
              <a:solidFill>
                <a:srgbClr val="E84B36"/>
              </a:solidFill>
              <a:latin typeface="Arial" panose="020B0604020202020204" pitchFamily="34" charset="0"/>
              <a:cs typeface="Arial" panose="020B0604020202020204" pitchFamily="34" charset="0"/>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indent="0">
              <a:lnSpc>
                <a:spcPct val="100000"/>
              </a:lnSpc>
              <a:spcBef>
                <a:spcPts val="0"/>
              </a:spcBef>
              <a:buSzPts val="2000"/>
              <a:buNone/>
            </a:pPr>
            <a:r>
              <a:rPr lang="en-US" sz="1800" dirty="0">
                <a:latin typeface="Arial" panose="020B0604020202020204" pitchFamily="34" charset="0"/>
                <a:cs typeface="Arial" panose="020B0604020202020204" pitchFamily="34" charset="0"/>
              </a:rPr>
              <a:t>Lorem ipsum dolor sit </a:t>
            </a:r>
            <a:r>
              <a:rPr lang="en-US" sz="1800" dirty="0" err="1">
                <a:latin typeface="Arial" panose="020B0604020202020204" pitchFamily="34" charset="0"/>
                <a:cs typeface="Arial" panose="020B0604020202020204" pitchFamily="34" charset="0"/>
              </a:rPr>
              <a:t>amet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consectetur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adipiscing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elit</a:t>
            </a:r>
            <a:r>
              <a:rPr lang="en-US" sz="1800" dirty="0">
                <a:latin typeface="Arial" panose="020B0604020202020204" pitchFamily="34" charset="0"/>
                <a:cs typeface="Arial" panose="020B0604020202020204" pitchFamily="34" charset="0"/>
              </a:rPr>
              <a:t>, sed do </a:t>
            </a:r>
            <a:r>
              <a:rPr lang="en-US" sz="1800" dirty="0" err="1">
                <a:latin typeface="Arial" panose="020B0604020202020204" pitchFamily="34" charset="0"/>
                <a:cs typeface="Arial" panose="020B0604020202020204" pitchFamily="34" charset="0"/>
              </a:rPr>
              <a:t>eiusmod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tempor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incididunt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ut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labore</a:t>
            </a:r>
            <a:r>
              <a:rPr lang="en-US" sz="1800" dirty="0">
                <a:latin typeface="Arial" panose="020B0604020202020204" pitchFamily="34" charset="0"/>
                <a:cs typeface="Arial" panose="020B0604020202020204" pitchFamily="34" charset="0"/>
              </a:rPr>
              <a:t> et dolore magna </a:t>
            </a:r>
            <a:r>
              <a:rPr lang="en-US" sz="1800" dirty="0" err="1">
                <a:latin typeface="Arial" panose="020B0604020202020204" pitchFamily="34" charset="0"/>
                <a:cs typeface="Arial" panose="020B0604020202020204" pitchFamily="34" charset="0"/>
              </a:rPr>
              <a:t>aliqua</a:t>
            </a:r>
            <a:r>
              <a:rPr lang="en-US" sz="1800" dirty="0">
                <a:latin typeface="Arial" panose="020B0604020202020204" pitchFamily="34" charset="0"/>
                <a:cs typeface="Arial" panose="020B0604020202020204" pitchFamily="34" charset="0"/>
              </a:rPr>
              <a:t>. Ut </a:t>
            </a:r>
            <a:r>
              <a:rPr lang="en-US" sz="1800" dirty="0" err="1">
                <a:latin typeface="Arial" panose="020B0604020202020204" pitchFamily="34" charset="0"/>
                <a:cs typeface="Arial" panose="020B0604020202020204" pitchFamily="34" charset="0"/>
              </a:rPr>
              <a:t>enim</a:t>
            </a:r>
            <a:r>
              <a:rPr lang="en-US" sz="1800" dirty="0">
                <a:latin typeface="Arial" panose="020B0604020202020204" pitchFamily="34" charset="0"/>
                <a:cs typeface="Arial" panose="020B0604020202020204" pitchFamily="34" charset="0"/>
              </a:rPr>
              <a:t> ad minim </a:t>
            </a:r>
            <a:r>
              <a:rPr lang="en-US" sz="1800" dirty="0" err="1">
                <a:latin typeface="Arial" panose="020B0604020202020204" pitchFamily="34" charset="0"/>
                <a:cs typeface="Arial" panose="020B0604020202020204" pitchFamily="34" charset="0"/>
              </a:rPr>
              <a:t>veniam</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quis</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nostrud</a:t>
            </a:r>
            <a:r>
              <a:rPr lang="en-US" sz="1800" dirty="0">
                <a:latin typeface="Arial" panose="020B0604020202020204" pitchFamily="34" charset="0"/>
                <a:cs typeface="Arial" panose="020B0604020202020204" pitchFamily="34" charset="0"/>
              </a:rPr>
              <a:t> exercitation </a:t>
            </a:r>
            <a:r>
              <a:rPr lang="en-US" sz="1800" dirty="0" err="1">
                <a:latin typeface="Arial" panose="020B0604020202020204" pitchFamily="34" charset="0"/>
                <a:cs typeface="Arial" panose="020B0604020202020204" pitchFamily="34" charset="0"/>
              </a:rPr>
              <a:t>ullamco</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laboris</a:t>
            </a:r>
            <a:r>
              <a:rPr lang="en-US" sz="1800" dirty="0">
                <a:latin typeface="Arial" panose="020B0604020202020204" pitchFamily="34" charset="0"/>
                <a:cs typeface="Arial" panose="020B0604020202020204" pitchFamily="34" charset="0"/>
              </a:rPr>
              <a:t> nisi </a:t>
            </a:r>
            <a:r>
              <a:rPr lang="en-US" sz="1800" dirty="0" err="1">
                <a:latin typeface="Arial" panose="020B0604020202020204" pitchFamily="34" charset="0"/>
                <a:cs typeface="Arial" panose="020B0604020202020204" pitchFamily="34" charset="0"/>
              </a:rPr>
              <a:t>ut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aliquip</a:t>
            </a:r>
            <a:r>
              <a:rPr lang="en-US" sz="1800" dirty="0">
                <a:latin typeface="Arial" panose="020B0604020202020204" pitchFamily="34" charset="0"/>
                <a:cs typeface="Arial" panose="020B0604020202020204" pitchFamily="34" charset="0"/>
              </a:rPr>
              <a:t> ex </a:t>
            </a:r>
            <a:r>
              <a:rPr lang="en-US" sz="1800" dirty="0" err="1">
                <a:latin typeface="Arial" panose="020B0604020202020204" pitchFamily="34" charset="0"/>
                <a:cs typeface="Arial" panose="020B0604020202020204" pitchFamily="34" charset="0"/>
              </a:rPr>
              <a:t>ea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commodo</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consequat</a:t>
            </a:r>
            <a:r>
              <a:rPr lang="en-US" sz="1800" dirty="0">
                <a:latin typeface="Arial" panose="020B0604020202020204" pitchFamily="34" charset="0"/>
                <a:cs typeface="Arial" panose="020B0604020202020204" pitchFamily="34" charset="0"/>
              </a:rPr>
              <a:t>. Duis </a:t>
            </a:r>
            <a:r>
              <a:rPr lang="en-US" sz="1800" dirty="0" err="1">
                <a:latin typeface="Arial" panose="020B0604020202020204" pitchFamily="34" charset="0"/>
                <a:cs typeface="Arial" panose="020B0604020202020204" pitchFamily="34" charset="0"/>
              </a:rPr>
              <a:t>aute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irure</a:t>
            </a:r>
            <a:r>
              <a:rPr lang="en-US" sz="1800" dirty="0">
                <a:latin typeface="Arial" panose="020B0604020202020204" pitchFamily="34" charset="0"/>
                <a:cs typeface="Arial" panose="020B0604020202020204" pitchFamily="34" charset="0"/>
              </a:rPr>
              <a:t> dolor in </a:t>
            </a:r>
            <a:r>
              <a:rPr lang="en-US" sz="1800" dirty="0" err="1">
                <a:latin typeface="Arial" panose="020B0604020202020204" pitchFamily="34" charset="0"/>
                <a:cs typeface="Arial" panose="020B0604020202020204" pitchFamily="34" charset="0"/>
              </a:rPr>
              <a:t>reprehenderit</a:t>
            </a:r>
            <a:r>
              <a:rPr lang="en-US" sz="1800" dirty="0">
                <a:latin typeface="Arial" panose="020B0604020202020204" pitchFamily="34" charset="0"/>
                <a:cs typeface="Arial" panose="020B0604020202020204" pitchFamily="34" charset="0"/>
              </a:rPr>
              <a:t> in </a:t>
            </a:r>
            <a:r>
              <a:rPr lang="en-US" sz="1800" dirty="0" err="1">
                <a:latin typeface="Arial" panose="020B0604020202020204" pitchFamily="34" charset="0"/>
                <a:cs typeface="Arial" panose="020B0604020202020204" pitchFamily="34" charset="0"/>
              </a:rPr>
              <a:t>voluptate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velit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esse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cillum</a:t>
            </a:r>
            <a:r>
              <a:rPr lang="en-US" sz="1800" dirty="0">
                <a:latin typeface="Arial" panose="020B0604020202020204" pitchFamily="34" charset="0"/>
                <a:cs typeface="Arial" panose="020B0604020202020204" pitchFamily="34" charset="0"/>
              </a:rPr>
              <a:t> dolore </a:t>
            </a:r>
            <a:r>
              <a:rPr lang="en-US" sz="1800" dirty="0" err="1">
                <a:latin typeface="Arial" panose="020B0604020202020204" pitchFamily="34" charset="0"/>
                <a:cs typeface="Arial" panose="020B0604020202020204" pitchFamily="34" charset="0"/>
              </a:rPr>
              <a:t>eu</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fugiat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nulla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pariatur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Excepteur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sint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occaecat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cupidatat</a:t>
            </a:r>
            <a:r>
              <a:rPr lang="en-US" sz="1800" dirty="0">
                <a:latin typeface="Arial" panose="020B0604020202020204" pitchFamily="34" charset="0"/>
                <a:cs typeface="Arial" panose="020B0604020202020204" pitchFamily="34" charset="0"/>
              </a:rPr>
              <a:t> non </a:t>
            </a:r>
            <a:r>
              <a:rPr lang="en-US" sz="1800" dirty="0" err="1">
                <a:latin typeface="Arial" panose="020B0604020202020204" pitchFamily="34" charset="0"/>
                <a:cs typeface="Arial" panose="020B0604020202020204" pitchFamily="34" charset="0"/>
              </a:rPr>
              <a:t>proident</a:t>
            </a:r>
            <a:r>
              <a:rPr lang="en-US" sz="1800" dirty="0">
                <a:latin typeface="Arial" panose="020B0604020202020204" pitchFamily="34" charset="0"/>
                <a:cs typeface="Arial" panose="020B0604020202020204" pitchFamily="34" charset="0"/>
              </a:rPr>
              <a:t>, sunt in culpa qui </a:t>
            </a:r>
            <a:r>
              <a:rPr lang="en-US" sz="1800" dirty="0" err="1">
                <a:latin typeface="Arial" panose="020B0604020202020204" pitchFamily="34" charset="0"/>
                <a:cs typeface="Arial" panose="020B0604020202020204" pitchFamily="34" charset="0"/>
              </a:rPr>
              <a:t>officia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deserunt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mollit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anim</a:t>
            </a:r>
            <a:r>
              <a:rPr lang="en-US" sz="1800" dirty="0">
                <a:latin typeface="Arial" panose="020B0604020202020204" pitchFamily="34" charset="0"/>
                <a:cs typeface="Arial" panose="020B0604020202020204" pitchFamily="34" charset="0"/>
              </a:rPr>
              <a:t> id </a:t>
            </a:r>
            <a:r>
              <a:rPr lang="en-US" sz="1800" dirty="0" err="1">
                <a:latin typeface="Arial" panose="020B0604020202020204" pitchFamily="34" charset="0"/>
                <a:cs typeface="Arial" panose="020B0604020202020204" pitchFamily="34" charset="0"/>
              </a:rPr>
              <a:t>est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laborum</a:t>
            </a:r>
            <a:r>
              <a:rPr lang="en-US" sz="1800" dirty="0">
                <a:latin typeface="Arial" panose="020B0604020202020204" pitchFamily="34" charset="0"/>
                <a:cs typeface="Arial" panose="020B0604020202020204" pitchFamily="34" charset="0"/>
              </a:rPr>
              <a:t>.</a:t>
            </a:r>
          </a:p>
          <a:p>
            <a:pPr marL="0" indent="0">
              <a:lnSpc>
                <a:spcPct val="100000"/>
              </a:lnSpc>
              <a:spcBef>
                <a:spcPts val="0"/>
              </a:spcBef>
              <a:buSzPts val="2000"/>
              <a:buNone/>
            </a:pPr>
            <a:endParaRPr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3000"/>
              <a:buNone/>
            </a:pPr>
            <a:r>
              <a:rPr lang="en-US" sz="2000" b="1" dirty="0">
                <a:solidFill>
                  <a:srgbClr val="15264B"/>
                </a:solidFill>
                <a:latin typeface="Arial" panose="020B0604020202020204" pitchFamily="34" charset="0"/>
                <a:ea typeface="Helvetica Neue Light"/>
                <a:cs typeface="Arial" panose="020B0604020202020204" pitchFamily="34" charset="0"/>
                <a:sym typeface="Helvetica Neue Light"/>
              </a:rPr>
              <a:t>What is the ideal experience that you want the user to have</a:t>
            </a:r>
            <a:endParaRPr lang="en-US" sz="2000" b="1" dirty="0">
              <a:solidFill>
                <a:srgbClr val="15264B"/>
              </a:solidFill>
              <a:latin typeface="+mn-lt"/>
              <a:ea typeface="Helvetica Neue Light"/>
              <a:cs typeface="Arial" panose="020B0604020202020204" pitchFamily="34" charset="0"/>
              <a:sym typeface="Helvetica Neue Light"/>
            </a:endParaRPr>
          </a:p>
          <a:p>
            <a:pPr marL="0" lvl="0" indent="0">
              <a:lnSpc>
                <a:spcPct val="100000"/>
              </a:lnSpc>
              <a:spcBef>
                <a:spcPts val="0"/>
              </a:spcBef>
              <a:buSzPts val="3000"/>
              <a:buNone/>
            </a:pPr>
            <a:endParaRPr lang="en-US" sz="1800" b="1"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3000"/>
              <a:buNone/>
            </a:pPr>
            <a:r>
              <a:rPr lang="en-US" sz="1800" dirty="0">
                <a:latin typeface="Arial" panose="020B0604020202020204" pitchFamily="34" charset="0"/>
                <a:cs typeface="Arial" panose="020B0604020202020204" pitchFamily="34" charset="0"/>
              </a:rPr>
              <a:t>Lorem ipsum dolor sit </a:t>
            </a:r>
            <a:r>
              <a:rPr lang="en-US" sz="1800" dirty="0" err="1">
                <a:latin typeface="Arial" panose="020B0604020202020204" pitchFamily="34" charset="0"/>
                <a:cs typeface="Arial" panose="020B0604020202020204" pitchFamily="34" charset="0"/>
              </a:rPr>
              <a:t>amet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consectetur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adipiscing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elit</a:t>
            </a:r>
            <a:r>
              <a:rPr lang="en-US" sz="1800" dirty="0">
                <a:latin typeface="Arial" panose="020B0604020202020204" pitchFamily="34" charset="0"/>
                <a:cs typeface="Arial" panose="020B0604020202020204" pitchFamily="34" charset="0"/>
              </a:rPr>
              <a:t>, sed do </a:t>
            </a:r>
            <a:r>
              <a:rPr lang="en-US" sz="1800" dirty="0" err="1">
                <a:latin typeface="Arial" panose="020B0604020202020204" pitchFamily="34" charset="0"/>
                <a:cs typeface="Arial" panose="020B0604020202020204" pitchFamily="34" charset="0"/>
              </a:rPr>
              <a:t>eiusmod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tempor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incididunt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ut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labore</a:t>
            </a:r>
            <a:r>
              <a:rPr lang="en-US" sz="1800" dirty="0">
                <a:latin typeface="Arial" panose="020B0604020202020204" pitchFamily="34" charset="0"/>
                <a:cs typeface="Arial" panose="020B0604020202020204" pitchFamily="34" charset="0"/>
              </a:rPr>
              <a:t> et dolore magna </a:t>
            </a:r>
            <a:r>
              <a:rPr lang="en-US" sz="1800" dirty="0" err="1">
                <a:latin typeface="Arial" panose="020B0604020202020204" pitchFamily="34" charset="0"/>
                <a:cs typeface="Arial" panose="020B0604020202020204" pitchFamily="34" charset="0"/>
              </a:rPr>
              <a:t>aliqua</a:t>
            </a:r>
            <a:r>
              <a:rPr lang="en-US" sz="1800" dirty="0">
                <a:latin typeface="Arial" panose="020B0604020202020204" pitchFamily="34" charset="0"/>
                <a:cs typeface="Arial" panose="020B0604020202020204" pitchFamily="34" charset="0"/>
              </a:rPr>
              <a:t>.</a:t>
            </a:r>
            <a:endParaRPr lang="en-US" sz="1800" b="1" dirty="0">
              <a:solidFill>
                <a:schemeClr val="tx1"/>
              </a:solidFill>
              <a:latin typeface="Arial" panose="020B0604020202020204" pitchFamily="34" charset="0"/>
              <a:cs typeface="Arial" panose="020B0604020202020204" pitchFamily="34" charset="0"/>
            </a:endParaRPr>
          </a:p>
        </p:txBody>
      </p:sp>
      <p:sp>
        <p:nvSpPr>
          <p:cNvPr id="18" name="Google Shape;145;p7">
            <a:extLst>
              <a:ext uri="{FF2B5EF4-FFF2-40B4-BE49-F238E27FC236}">
                <a16:creationId xmlns:a16="http://schemas.microsoft.com/office/drawing/2014/main" id="{DBD98685-E6DB-4548-992F-86EFC1B6F030}"/>
              </a:ext>
            </a:extLst>
          </p:cNvPr>
          <p:cNvSpPr/>
          <p:nvPr/>
        </p:nvSpPr>
        <p:spPr>
          <a:xfrm rot="10800000" flipH="1">
            <a:off x="0" y="6437013"/>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52C66BBC-9453-B54E-8859-F2AF5ADAFA53}"/>
              </a:ext>
            </a:extLst>
          </p:cNvPr>
          <p:cNvSpPr txBox="1"/>
          <p:nvPr/>
        </p:nvSpPr>
        <p:spPr>
          <a:xfrm>
            <a:off x="376807" y="6486281"/>
            <a:ext cx="3505062"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B922E6F9-2383-DE41-BF46-8C23337DD10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614C97B7-5CDB-E748-9964-18DA2B80CC66}"/>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5D9EC8C9-6293-D94F-BB71-5442E3339467}"/>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85A69606-3816-5244-A5CD-EC3EA84F307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2400" u="none" strike="noStrike" cap="none" dirty="0">
                <a:solidFill>
                  <a:schemeClr val="lt1"/>
                </a:solidFill>
                <a:latin typeface="+mn-lt"/>
                <a:ea typeface="Helvetica Neue Light"/>
                <a:cs typeface="Helvetica Neue Light"/>
                <a:sym typeface="Helvetica Neue Light"/>
              </a:rPr>
              <a:t>Overview Slide</a:t>
            </a:r>
            <a:endParaRPr lang="en-US" sz="2400" dirty="0">
              <a:solidFill>
                <a:schemeClr val="lt1"/>
              </a:solidFill>
              <a:latin typeface="+mn-lt"/>
              <a:ea typeface="Helvetica Neue Light"/>
              <a:cs typeface="Helvetica Neue Light"/>
              <a:sym typeface="Helvetica Neue Light"/>
            </a:endParaRPr>
          </a:p>
        </p:txBody>
      </p:sp>
      <p:sp>
        <p:nvSpPr>
          <p:cNvPr id="2" name="TextBox 1">
            <a:extLst>
              <a:ext uri="{FF2B5EF4-FFF2-40B4-BE49-F238E27FC236}">
                <a16:creationId xmlns:a16="http://schemas.microsoft.com/office/drawing/2014/main" id="{CD6184C9-520C-9551-3F3F-63766CC4CE7D}"/>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5" name="Slide Number Placeholder 4">
            <a:extLst>
              <a:ext uri="{FF2B5EF4-FFF2-40B4-BE49-F238E27FC236}">
                <a16:creationId xmlns:a16="http://schemas.microsoft.com/office/drawing/2014/main" id="{37130E86-44D1-D02E-AE8B-11892C84B855}"/>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3</a:t>
            </a:fld>
            <a:endParaRPr lang="en-US" sz="1400" dirty="0">
              <a:solidFill>
                <a:schemeClr val="bg1"/>
              </a:solidFill>
            </a:endParaRPr>
          </a:p>
        </p:txBody>
      </p:sp>
    </p:spTree>
    <p:extLst>
      <p:ext uri="{BB962C8B-B14F-4D97-AF65-F5344CB8AC3E}">
        <p14:creationId xmlns:p14="http://schemas.microsoft.com/office/powerpoint/2010/main" val="2492365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1C3DEA7D-80CA-D49F-6B6C-49597D617D05}"/>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D1BB762E-B094-CF9C-46F7-7FBF100F9EF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600" b="1" dirty="0">
                <a:solidFill>
                  <a:srgbClr val="E84B36"/>
                </a:solidFill>
                <a:latin typeface="Arial" panose="020B0604020202020204" pitchFamily="34" charset="0"/>
                <a:cs typeface="Arial" panose="020B0604020202020204" pitchFamily="34" charset="0"/>
                <a:sym typeface="Helvetica Neue Light"/>
              </a:rPr>
              <a:t>Option 1: map design decisions to specific improvements to the user experience </a:t>
            </a:r>
            <a:endParaRPr lang="en-US" sz="2600" b="1" dirty="0">
              <a:solidFill>
                <a:srgbClr val="E84B36"/>
              </a:solidFill>
              <a:latin typeface="Arial" panose="020B0604020202020204" pitchFamily="34" charset="0"/>
              <a:cs typeface="Arial" panose="020B0604020202020204" pitchFamily="34" charset="0"/>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indent="0">
              <a:lnSpc>
                <a:spcPct val="100000"/>
              </a:lnSpc>
              <a:spcBef>
                <a:spcPts val="0"/>
              </a:spcBef>
              <a:buSzPts val="2000"/>
              <a:buNone/>
            </a:pPr>
            <a:r>
              <a:rPr lang="en-US" sz="1800" dirty="0">
                <a:latin typeface="Arial" panose="020B0604020202020204" pitchFamily="34" charset="0"/>
                <a:cs typeface="Arial" panose="020B0604020202020204" pitchFamily="34" charset="0"/>
              </a:rPr>
              <a:t>Lorem ipsum dolor sit </a:t>
            </a:r>
            <a:r>
              <a:rPr lang="en-US" sz="1800" dirty="0" err="1">
                <a:latin typeface="Arial" panose="020B0604020202020204" pitchFamily="34" charset="0"/>
                <a:cs typeface="Arial" panose="020B0604020202020204" pitchFamily="34" charset="0"/>
              </a:rPr>
              <a:t>amet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consectetur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adipiscing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elit</a:t>
            </a:r>
            <a:r>
              <a:rPr lang="en-US" sz="1800" dirty="0">
                <a:latin typeface="Arial" panose="020B0604020202020204" pitchFamily="34" charset="0"/>
                <a:cs typeface="Arial" panose="020B0604020202020204" pitchFamily="34" charset="0"/>
              </a:rPr>
              <a:t>, sed do </a:t>
            </a:r>
            <a:r>
              <a:rPr lang="en-US" sz="1800" dirty="0" err="1">
                <a:latin typeface="Arial" panose="020B0604020202020204" pitchFamily="34" charset="0"/>
                <a:cs typeface="Arial" panose="020B0604020202020204" pitchFamily="34" charset="0"/>
              </a:rPr>
              <a:t>eiusmod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tempor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incididunt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ut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labore</a:t>
            </a:r>
            <a:r>
              <a:rPr lang="en-US" sz="1800" dirty="0">
                <a:latin typeface="Arial" panose="020B0604020202020204" pitchFamily="34" charset="0"/>
                <a:cs typeface="Arial" panose="020B0604020202020204" pitchFamily="34" charset="0"/>
              </a:rPr>
              <a:t> et dolore magna </a:t>
            </a:r>
            <a:r>
              <a:rPr lang="en-US" sz="1800" dirty="0" err="1">
                <a:latin typeface="Arial" panose="020B0604020202020204" pitchFamily="34" charset="0"/>
                <a:cs typeface="Arial" panose="020B0604020202020204" pitchFamily="34" charset="0"/>
              </a:rPr>
              <a:t>aliqua</a:t>
            </a:r>
            <a:r>
              <a:rPr lang="en-US" sz="1800" dirty="0">
                <a:latin typeface="Arial" panose="020B0604020202020204" pitchFamily="34" charset="0"/>
                <a:cs typeface="Arial" panose="020B0604020202020204" pitchFamily="34" charset="0"/>
              </a:rPr>
              <a:t>. Ut </a:t>
            </a:r>
            <a:r>
              <a:rPr lang="en-US" sz="1800" dirty="0" err="1">
                <a:latin typeface="Arial" panose="020B0604020202020204" pitchFamily="34" charset="0"/>
                <a:cs typeface="Arial" panose="020B0604020202020204" pitchFamily="34" charset="0"/>
              </a:rPr>
              <a:t>enim</a:t>
            </a:r>
            <a:r>
              <a:rPr lang="en-US" sz="1800" dirty="0">
                <a:latin typeface="Arial" panose="020B0604020202020204" pitchFamily="34" charset="0"/>
                <a:cs typeface="Arial" panose="020B0604020202020204" pitchFamily="34" charset="0"/>
              </a:rPr>
              <a:t> ad minim </a:t>
            </a:r>
            <a:r>
              <a:rPr lang="en-US" sz="1800" dirty="0" err="1">
                <a:latin typeface="Arial" panose="020B0604020202020204" pitchFamily="34" charset="0"/>
                <a:cs typeface="Arial" panose="020B0604020202020204" pitchFamily="34" charset="0"/>
              </a:rPr>
              <a:t>veniam</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quis</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nostrud</a:t>
            </a:r>
            <a:r>
              <a:rPr lang="en-US" sz="1800" dirty="0">
                <a:latin typeface="Arial" panose="020B0604020202020204" pitchFamily="34" charset="0"/>
                <a:cs typeface="Arial" panose="020B0604020202020204" pitchFamily="34" charset="0"/>
              </a:rPr>
              <a:t> exercitation </a:t>
            </a:r>
            <a:r>
              <a:rPr lang="en-US" sz="1800" dirty="0" err="1">
                <a:latin typeface="Arial" panose="020B0604020202020204" pitchFamily="34" charset="0"/>
                <a:cs typeface="Arial" panose="020B0604020202020204" pitchFamily="34" charset="0"/>
              </a:rPr>
              <a:t>ullamco</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laboris</a:t>
            </a:r>
            <a:r>
              <a:rPr lang="en-US" sz="1800" dirty="0">
                <a:latin typeface="Arial" panose="020B0604020202020204" pitchFamily="34" charset="0"/>
                <a:cs typeface="Arial" panose="020B0604020202020204" pitchFamily="34" charset="0"/>
              </a:rPr>
              <a:t> nisi </a:t>
            </a:r>
            <a:r>
              <a:rPr lang="en-US" sz="1800" dirty="0" err="1">
                <a:latin typeface="Arial" panose="020B0604020202020204" pitchFamily="34" charset="0"/>
                <a:cs typeface="Arial" panose="020B0604020202020204" pitchFamily="34" charset="0"/>
              </a:rPr>
              <a:t>ut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aliquip</a:t>
            </a:r>
            <a:r>
              <a:rPr lang="en-US" sz="1800" dirty="0">
                <a:latin typeface="Arial" panose="020B0604020202020204" pitchFamily="34" charset="0"/>
                <a:cs typeface="Arial" panose="020B0604020202020204" pitchFamily="34" charset="0"/>
              </a:rPr>
              <a:t> ex </a:t>
            </a:r>
            <a:r>
              <a:rPr lang="en-US" sz="1800" dirty="0" err="1">
                <a:latin typeface="Arial" panose="020B0604020202020204" pitchFamily="34" charset="0"/>
                <a:cs typeface="Arial" panose="020B0604020202020204" pitchFamily="34" charset="0"/>
              </a:rPr>
              <a:t>ea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commodo</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consequat</a:t>
            </a:r>
            <a:r>
              <a:rPr lang="en-US" sz="1800" dirty="0">
                <a:latin typeface="Arial" panose="020B0604020202020204" pitchFamily="34" charset="0"/>
                <a:cs typeface="Arial" panose="020B0604020202020204" pitchFamily="34" charset="0"/>
              </a:rPr>
              <a:t>. Duis </a:t>
            </a:r>
            <a:r>
              <a:rPr lang="en-US" sz="1800" dirty="0" err="1">
                <a:latin typeface="Arial" panose="020B0604020202020204" pitchFamily="34" charset="0"/>
                <a:cs typeface="Arial" panose="020B0604020202020204" pitchFamily="34" charset="0"/>
              </a:rPr>
              <a:t>aute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irure</a:t>
            </a:r>
            <a:r>
              <a:rPr lang="en-US" sz="1800" dirty="0">
                <a:latin typeface="Arial" panose="020B0604020202020204" pitchFamily="34" charset="0"/>
                <a:cs typeface="Arial" panose="020B0604020202020204" pitchFamily="34" charset="0"/>
              </a:rPr>
              <a:t> dolor in </a:t>
            </a:r>
            <a:r>
              <a:rPr lang="en-US" sz="1800" dirty="0" err="1">
                <a:latin typeface="Arial" panose="020B0604020202020204" pitchFamily="34" charset="0"/>
                <a:cs typeface="Arial" panose="020B0604020202020204" pitchFamily="34" charset="0"/>
              </a:rPr>
              <a:t>reprehenderit</a:t>
            </a:r>
            <a:r>
              <a:rPr lang="en-US" sz="1800" dirty="0">
                <a:latin typeface="Arial" panose="020B0604020202020204" pitchFamily="34" charset="0"/>
                <a:cs typeface="Arial" panose="020B0604020202020204" pitchFamily="34" charset="0"/>
              </a:rPr>
              <a:t> in </a:t>
            </a:r>
            <a:r>
              <a:rPr lang="en-US" sz="1800" dirty="0" err="1">
                <a:latin typeface="Arial" panose="020B0604020202020204" pitchFamily="34" charset="0"/>
                <a:cs typeface="Arial" panose="020B0604020202020204" pitchFamily="34" charset="0"/>
              </a:rPr>
              <a:t>voluptate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velit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esse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cillum</a:t>
            </a:r>
            <a:r>
              <a:rPr lang="en-US" sz="1800" dirty="0">
                <a:latin typeface="Arial" panose="020B0604020202020204" pitchFamily="34" charset="0"/>
                <a:cs typeface="Arial" panose="020B0604020202020204" pitchFamily="34" charset="0"/>
              </a:rPr>
              <a:t> dolore </a:t>
            </a:r>
            <a:r>
              <a:rPr lang="en-US" sz="1800" dirty="0" err="1">
                <a:latin typeface="Arial" panose="020B0604020202020204" pitchFamily="34" charset="0"/>
                <a:cs typeface="Arial" panose="020B0604020202020204" pitchFamily="34" charset="0"/>
              </a:rPr>
              <a:t>eu</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fugiat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nulla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pariatur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Excepteur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sint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occaecat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cupidatat</a:t>
            </a:r>
            <a:r>
              <a:rPr lang="en-US" sz="1800" dirty="0">
                <a:latin typeface="Arial" panose="020B0604020202020204" pitchFamily="34" charset="0"/>
                <a:cs typeface="Arial" panose="020B0604020202020204" pitchFamily="34" charset="0"/>
              </a:rPr>
              <a:t> non </a:t>
            </a:r>
            <a:r>
              <a:rPr lang="en-US" sz="1800" dirty="0" err="1">
                <a:latin typeface="Arial" panose="020B0604020202020204" pitchFamily="34" charset="0"/>
                <a:cs typeface="Arial" panose="020B0604020202020204" pitchFamily="34" charset="0"/>
              </a:rPr>
              <a:t>proident</a:t>
            </a:r>
            <a:r>
              <a:rPr lang="en-US" sz="1800" dirty="0">
                <a:latin typeface="Arial" panose="020B0604020202020204" pitchFamily="34" charset="0"/>
                <a:cs typeface="Arial" panose="020B0604020202020204" pitchFamily="34" charset="0"/>
              </a:rPr>
              <a:t>, sunt in culpa qui </a:t>
            </a:r>
            <a:r>
              <a:rPr lang="en-US" sz="1800" dirty="0" err="1">
                <a:latin typeface="Arial" panose="020B0604020202020204" pitchFamily="34" charset="0"/>
                <a:cs typeface="Arial" panose="020B0604020202020204" pitchFamily="34" charset="0"/>
              </a:rPr>
              <a:t>officia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deserunt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mollit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anim</a:t>
            </a:r>
            <a:r>
              <a:rPr lang="en-US" sz="1800" dirty="0">
                <a:latin typeface="Arial" panose="020B0604020202020204" pitchFamily="34" charset="0"/>
                <a:cs typeface="Arial" panose="020B0604020202020204" pitchFamily="34" charset="0"/>
              </a:rPr>
              <a:t> id </a:t>
            </a:r>
            <a:r>
              <a:rPr lang="en-US" sz="1800" dirty="0" err="1">
                <a:latin typeface="Arial" panose="020B0604020202020204" pitchFamily="34" charset="0"/>
                <a:cs typeface="Arial" panose="020B0604020202020204" pitchFamily="34" charset="0"/>
              </a:rPr>
              <a:t>est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laborum</a:t>
            </a:r>
            <a:r>
              <a:rPr lang="en-US" sz="1800" dirty="0">
                <a:latin typeface="Arial" panose="020B0604020202020204" pitchFamily="34" charset="0"/>
                <a:cs typeface="Arial" panose="020B0604020202020204" pitchFamily="34" charset="0"/>
              </a:rPr>
              <a:t>.</a:t>
            </a:r>
          </a:p>
          <a:p>
            <a:pPr marL="0" indent="0">
              <a:lnSpc>
                <a:spcPct val="100000"/>
              </a:lnSpc>
              <a:spcBef>
                <a:spcPts val="0"/>
              </a:spcBef>
              <a:buSzPts val="2000"/>
              <a:buNone/>
            </a:pPr>
            <a:endParaRPr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3000"/>
              <a:buNone/>
            </a:pPr>
            <a:r>
              <a:rPr lang="en-US" sz="2000" b="1" dirty="0">
                <a:solidFill>
                  <a:srgbClr val="15264B"/>
                </a:solidFill>
                <a:latin typeface="Arial" panose="020B0604020202020204" pitchFamily="34" charset="0"/>
                <a:ea typeface="Helvetica Neue Light"/>
                <a:cs typeface="Arial" panose="020B0604020202020204" pitchFamily="34" charset="0"/>
                <a:sym typeface="Helvetica Neue Light"/>
              </a:rPr>
              <a:t>Option 2: map specific elements of the user experience to design decisions</a:t>
            </a:r>
            <a:endParaRPr lang="en-US" sz="2000" b="1" dirty="0">
              <a:solidFill>
                <a:srgbClr val="15264B"/>
              </a:solidFill>
              <a:latin typeface="+mn-lt"/>
              <a:ea typeface="Helvetica Neue Light"/>
              <a:cs typeface="Arial" panose="020B0604020202020204" pitchFamily="34" charset="0"/>
              <a:sym typeface="Helvetica Neue Light"/>
            </a:endParaRPr>
          </a:p>
          <a:p>
            <a:pPr marL="0" lvl="0" indent="0">
              <a:lnSpc>
                <a:spcPct val="100000"/>
              </a:lnSpc>
              <a:spcBef>
                <a:spcPts val="0"/>
              </a:spcBef>
              <a:buSzPts val="3000"/>
              <a:buNone/>
            </a:pPr>
            <a:endParaRPr lang="en-US" sz="1800" b="1"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3000"/>
              <a:buNone/>
            </a:pPr>
            <a:r>
              <a:rPr lang="en-US" sz="1800" dirty="0">
                <a:latin typeface="Arial" panose="020B0604020202020204" pitchFamily="34" charset="0"/>
                <a:cs typeface="Arial" panose="020B0604020202020204" pitchFamily="34" charset="0"/>
              </a:rPr>
              <a:t>Lorem ipsum dolor sit </a:t>
            </a:r>
            <a:r>
              <a:rPr lang="en-US" sz="1800" dirty="0" err="1">
                <a:latin typeface="Arial" panose="020B0604020202020204" pitchFamily="34" charset="0"/>
                <a:cs typeface="Arial" panose="020B0604020202020204" pitchFamily="34" charset="0"/>
              </a:rPr>
              <a:t>amet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consectetur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adipiscing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elit</a:t>
            </a:r>
            <a:r>
              <a:rPr lang="en-US" sz="1800" dirty="0">
                <a:latin typeface="Arial" panose="020B0604020202020204" pitchFamily="34" charset="0"/>
                <a:cs typeface="Arial" panose="020B0604020202020204" pitchFamily="34" charset="0"/>
              </a:rPr>
              <a:t>, sed do </a:t>
            </a:r>
            <a:r>
              <a:rPr lang="en-US" sz="1800" dirty="0" err="1">
                <a:latin typeface="Arial" panose="020B0604020202020204" pitchFamily="34" charset="0"/>
                <a:cs typeface="Arial" panose="020B0604020202020204" pitchFamily="34" charset="0"/>
              </a:rPr>
              <a:t>eiusmod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tempor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incididunt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ut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labore</a:t>
            </a:r>
            <a:r>
              <a:rPr lang="en-US" sz="1800" dirty="0">
                <a:latin typeface="Arial" panose="020B0604020202020204" pitchFamily="34" charset="0"/>
                <a:cs typeface="Arial" panose="020B0604020202020204" pitchFamily="34" charset="0"/>
              </a:rPr>
              <a:t> et dolore magna </a:t>
            </a:r>
            <a:r>
              <a:rPr lang="en-US" sz="1800" dirty="0" err="1">
                <a:latin typeface="Arial" panose="020B0604020202020204" pitchFamily="34" charset="0"/>
                <a:cs typeface="Arial" panose="020B0604020202020204" pitchFamily="34" charset="0"/>
              </a:rPr>
              <a:t>aliqua</a:t>
            </a:r>
            <a:r>
              <a:rPr lang="en-US" sz="1800" dirty="0">
                <a:latin typeface="Arial" panose="020B0604020202020204" pitchFamily="34" charset="0"/>
                <a:cs typeface="Arial" panose="020B0604020202020204" pitchFamily="34" charset="0"/>
              </a:rPr>
              <a:t>.</a:t>
            </a:r>
            <a:endParaRPr lang="en-US" sz="1800" b="1" dirty="0">
              <a:solidFill>
                <a:schemeClr val="tx1"/>
              </a:solidFill>
              <a:latin typeface="Arial" panose="020B0604020202020204" pitchFamily="34" charset="0"/>
              <a:cs typeface="Arial" panose="020B0604020202020204" pitchFamily="34" charset="0"/>
            </a:endParaRPr>
          </a:p>
        </p:txBody>
      </p:sp>
      <p:sp>
        <p:nvSpPr>
          <p:cNvPr id="18" name="Google Shape;145;p7">
            <a:extLst>
              <a:ext uri="{FF2B5EF4-FFF2-40B4-BE49-F238E27FC236}">
                <a16:creationId xmlns:a16="http://schemas.microsoft.com/office/drawing/2014/main" id="{D2039915-9704-5A79-6109-1D96F902AC28}"/>
              </a:ext>
            </a:extLst>
          </p:cNvPr>
          <p:cNvSpPr/>
          <p:nvPr/>
        </p:nvSpPr>
        <p:spPr>
          <a:xfrm rot="10800000" flipH="1">
            <a:off x="0" y="6443455"/>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397705DF-21A0-62D9-95AD-5358A9C4EB8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CF5C4A4F-97C6-5DB7-E462-2C85FFE1C22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80A53291-BC12-0A2A-421B-E04696C50BDF}"/>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E24149EB-20A0-5A0E-852F-9C0E91E63FEF}"/>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9D28FA62-CD53-6455-5FC8-87FCBBA94668}"/>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2400" u="none" strike="noStrike" cap="none" dirty="0">
                <a:solidFill>
                  <a:schemeClr val="lt1"/>
                </a:solidFill>
                <a:latin typeface="+mn-lt"/>
                <a:ea typeface="Helvetica Neue Light"/>
                <a:cs typeface="Helvetica Neue Light"/>
                <a:sym typeface="Helvetica Neue Light"/>
              </a:rPr>
              <a:t>User Experience (See “Consideration of user experience” in rubric)</a:t>
            </a:r>
            <a:endParaRPr lang="en-US" sz="2400" dirty="0">
              <a:solidFill>
                <a:schemeClr val="lt1"/>
              </a:solidFill>
              <a:latin typeface="+mn-lt"/>
              <a:ea typeface="Helvetica Neue Light"/>
              <a:cs typeface="Helvetica Neue Light"/>
              <a:sym typeface="Helvetica Neue Light"/>
            </a:endParaRPr>
          </a:p>
        </p:txBody>
      </p:sp>
      <p:sp>
        <p:nvSpPr>
          <p:cNvPr id="4" name="TextBox 3">
            <a:extLst>
              <a:ext uri="{FF2B5EF4-FFF2-40B4-BE49-F238E27FC236}">
                <a16:creationId xmlns:a16="http://schemas.microsoft.com/office/drawing/2014/main" id="{B5025451-C510-15B5-A10C-B342E6E9E719}"/>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7" name="Slide Number Placeholder 4">
            <a:extLst>
              <a:ext uri="{FF2B5EF4-FFF2-40B4-BE49-F238E27FC236}">
                <a16:creationId xmlns:a16="http://schemas.microsoft.com/office/drawing/2014/main" id="{B5D60831-80A6-0EDC-5ABE-5FD76CB6EC73}"/>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4</a:t>
            </a:fld>
            <a:endParaRPr lang="en-US" sz="1400" dirty="0">
              <a:solidFill>
                <a:schemeClr val="bg1"/>
              </a:solidFill>
            </a:endParaRPr>
          </a:p>
        </p:txBody>
      </p:sp>
    </p:spTree>
    <p:extLst>
      <p:ext uri="{BB962C8B-B14F-4D97-AF65-F5344CB8AC3E}">
        <p14:creationId xmlns:p14="http://schemas.microsoft.com/office/powerpoint/2010/main" val="675629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928BE26D-3D2B-BFCF-628B-846DCE8444F3}"/>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2BF3AEA1-3789-E575-9A16-F34AB2B33DE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600" b="1" dirty="0">
                <a:solidFill>
                  <a:srgbClr val="E84B36"/>
                </a:solidFill>
                <a:latin typeface="Arial" panose="020B0604020202020204" pitchFamily="34" charset="0"/>
                <a:ea typeface="Helvetica Neue Light"/>
                <a:cs typeface="Arial" panose="020B0604020202020204" pitchFamily="34" charset="0"/>
                <a:sym typeface="Helvetica Neue Light"/>
              </a:rPr>
              <a:t>Show off your animated/articulated CAD model with a short video. </a:t>
            </a:r>
            <a:endParaRPr lang="en-US" sz="2600" b="1" dirty="0">
              <a:solidFill>
                <a:srgbClr val="E84B36"/>
              </a:solidFill>
              <a:latin typeface="Arial" panose="020B0604020202020204" pitchFamily="34" charset="0"/>
              <a:cs typeface="Arial" panose="020B0604020202020204" pitchFamily="34" charset="0"/>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indent="0">
              <a:lnSpc>
                <a:spcPct val="100000"/>
              </a:lnSpc>
              <a:spcBef>
                <a:spcPts val="0"/>
              </a:spcBef>
              <a:buSzPts val="2000"/>
              <a:buNone/>
            </a:pPr>
            <a:r>
              <a:rPr lang="en-US" sz="1800" dirty="0">
                <a:latin typeface="Arial"/>
                <a:cs typeface="Arial"/>
              </a:rPr>
              <a:t>It is ok to just drag your CAD crank around instead of needing to create a full animation. Show moving design from multiple viewing perspectives. Illustrate how the mechanism moves during at least 2 rotations of the crank.</a:t>
            </a:r>
            <a:endParaRPr lang="en-US" sz="1800" dirty="0">
              <a:latin typeface="Arial" panose="020B0604020202020204" pitchFamily="34" charset="0"/>
              <a:cs typeface="Arial" panose="020B0604020202020204" pitchFamily="34" charset="0"/>
            </a:endParaRPr>
          </a:p>
          <a:p>
            <a:pPr marL="0" indent="0">
              <a:lnSpc>
                <a:spcPct val="100000"/>
              </a:lnSpc>
              <a:spcBef>
                <a:spcPts val="0"/>
              </a:spcBef>
              <a:buSzPts val="2000"/>
              <a:buNone/>
            </a:pPr>
            <a:endParaRPr lang="en-US" sz="1800" dirty="0">
              <a:solidFill>
                <a:srgbClr val="0070C0"/>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r>
              <a:rPr lang="en-US" sz="1800" dirty="0">
                <a:solidFill>
                  <a:srgbClr val="0070C0"/>
                </a:solidFill>
                <a:latin typeface="Arial"/>
                <a:cs typeface="Arial"/>
              </a:rPr>
              <a:t>Additionally, upload your CAD video to Gradescope as a .mp4 file (max size 500MB)</a:t>
            </a:r>
            <a:endParaRPr lang="en-US" sz="1800" dirty="0">
              <a:solidFill>
                <a:srgbClr val="0070C0"/>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endParaRPr lang="en-US" sz="1800" dirty="0">
              <a:solidFill>
                <a:schemeClr val="tx1"/>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endParaRPr lang="en-US" sz="1800" dirty="0">
              <a:solidFill>
                <a:srgbClr val="000000"/>
              </a:solidFill>
              <a:latin typeface="Arial" panose="020B0604020202020204" pitchFamily="34" charset="0"/>
              <a:cs typeface="Arial" panose="020B0604020202020204" pitchFamily="34" charset="0"/>
              <a:sym typeface="Helvetica Neue Light"/>
            </a:endParaRPr>
          </a:p>
          <a:p>
            <a:pPr marL="0" lvl="0" indent="0">
              <a:lnSpc>
                <a:spcPct val="100000"/>
              </a:lnSpc>
              <a:spcBef>
                <a:spcPts val="0"/>
              </a:spcBef>
              <a:buSzPts val="3000"/>
              <a:buNone/>
            </a:pPr>
            <a:r>
              <a:rPr lang="en-US" sz="2000" b="1" dirty="0">
                <a:solidFill>
                  <a:srgbClr val="15264B"/>
                </a:solidFill>
                <a:latin typeface="Arial" panose="020B0604020202020204" pitchFamily="34" charset="0"/>
                <a:ea typeface="Helvetica Neue Light"/>
                <a:cs typeface="Arial" panose="020B0604020202020204" pitchFamily="34" charset="0"/>
                <a:sym typeface="Helvetica Neue Light"/>
              </a:rPr>
              <a:t>Be prepared to discuss elements of your design here</a:t>
            </a:r>
            <a:endParaRPr lang="en-US" sz="2000" b="1" dirty="0">
              <a:solidFill>
                <a:srgbClr val="15264B"/>
              </a:solidFill>
              <a:latin typeface="+mn-lt"/>
              <a:ea typeface="Helvetica Neue Light"/>
              <a:cs typeface="Arial" panose="020B0604020202020204" pitchFamily="34" charset="0"/>
              <a:sym typeface="Helvetica Neue Light"/>
            </a:endParaRPr>
          </a:p>
          <a:p>
            <a:pPr marL="0" lvl="0" indent="0">
              <a:lnSpc>
                <a:spcPct val="100000"/>
              </a:lnSpc>
              <a:spcBef>
                <a:spcPts val="0"/>
              </a:spcBef>
              <a:buSzPts val="3000"/>
              <a:buNone/>
            </a:pPr>
            <a:endParaRPr lang="en-US" sz="1800" b="1"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3000"/>
              <a:buNone/>
            </a:pPr>
            <a:r>
              <a:rPr lang="en-US" sz="1800" dirty="0">
                <a:latin typeface="Arial"/>
                <a:cs typeface="Arial"/>
              </a:rPr>
              <a:t>Lorem ipsum dolor sit </a:t>
            </a:r>
            <a:r>
              <a:rPr lang="en-US" sz="1800" dirty="0" err="1">
                <a:latin typeface="Arial"/>
                <a:cs typeface="Arial"/>
              </a:rPr>
              <a:t>amet</a:t>
            </a:r>
            <a:r>
              <a:rPr lang="en-US" sz="1800" dirty="0">
                <a:latin typeface="Arial"/>
                <a:cs typeface="Arial"/>
              </a:rPr>
              <a:t>, </a:t>
            </a:r>
            <a:r>
              <a:rPr lang="en-US" sz="1800" dirty="0" err="1">
                <a:latin typeface="Arial"/>
                <a:cs typeface="Arial"/>
              </a:rPr>
              <a:t>consectetur</a:t>
            </a:r>
            <a:r>
              <a:rPr lang="en-US" sz="1800" dirty="0">
                <a:latin typeface="Arial"/>
                <a:cs typeface="Arial"/>
              </a:rPr>
              <a:t> </a:t>
            </a:r>
            <a:r>
              <a:rPr lang="en-US" sz="1800" dirty="0" err="1">
                <a:latin typeface="Arial"/>
                <a:cs typeface="Arial"/>
              </a:rPr>
              <a:t>adipiscing</a:t>
            </a:r>
            <a:r>
              <a:rPr lang="en-US" sz="1800" dirty="0">
                <a:latin typeface="Arial"/>
                <a:cs typeface="Arial"/>
              </a:rPr>
              <a:t> </a:t>
            </a:r>
            <a:r>
              <a:rPr lang="en-US" sz="1800" dirty="0" err="1">
                <a:latin typeface="Arial"/>
                <a:cs typeface="Arial"/>
              </a:rPr>
              <a:t>elit</a:t>
            </a:r>
            <a:r>
              <a:rPr lang="en-US" sz="1800" dirty="0">
                <a:latin typeface="Arial"/>
                <a:cs typeface="Arial"/>
              </a:rPr>
              <a:t>, sed do </a:t>
            </a:r>
            <a:r>
              <a:rPr lang="en-US" sz="1800" dirty="0" err="1">
                <a:latin typeface="Arial"/>
                <a:cs typeface="Arial"/>
              </a:rPr>
              <a:t>eiusmod</a:t>
            </a:r>
            <a:r>
              <a:rPr lang="en-US" sz="1800" dirty="0">
                <a:latin typeface="Arial"/>
                <a:cs typeface="Arial"/>
              </a:rPr>
              <a:t> </a:t>
            </a:r>
            <a:r>
              <a:rPr lang="en-US" sz="1800" dirty="0" err="1">
                <a:latin typeface="Arial"/>
                <a:cs typeface="Arial"/>
              </a:rPr>
              <a:t>tempor</a:t>
            </a:r>
            <a:r>
              <a:rPr lang="en-US" sz="1800" dirty="0">
                <a:latin typeface="Arial"/>
                <a:cs typeface="Arial"/>
              </a:rPr>
              <a:t> </a:t>
            </a:r>
            <a:r>
              <a:rPr lang="en-US" sz="1800" dirty="0" err="1">
                <a:latin typeface="Arial"/>
                <a:cs typeface="Arial"/>
              </a:rPr>
              <a:t>incididunt</a:t>
            </a:r>
            <a:r>
              <a:rPr lang="en-US" sz="1800" dirty="0">
                <a:latin typeface="Arial"/>
                <a:cs typeface="Arial"/>
              </a:rPr>
              <a:t> </a:t>
            </a:r>
            <a:r>
              <a:rPr lang="en-US" sz="1800" dirty="0" err="1">
                <a:latin typeface="Arial"/>
                <a:cs typeface="Arial"/>
              </a:rPr>
              <a:t>ut</a:t>
            </a:r>
            <a:r>
              <a:rPr lang="en-US" sz="1800" dirty="0">
                <a:latin typeface="Arial"/>
                <a:cs typeface="Arial"/>
              </a:rPr>
              <a:t> labore et dolore magna </a:t>
            </a:r>
            <a:r>
              <a:rPr lang="en-US" sz="1800" dirty="0" err="1">
                <a:latin typeface="Arial"/>
                <a:cs typeface="Arial"/>
              </a:rPr>
              <a:t>aliqua</a:t>
            </a:r>
            <a:r>
              <a:rPr lang="en-US" sz="1800" dirty="0">
                <a:latin typeface="Arial"/>
                <a:cs typeface="Arial"/>
              </a:rPr>
              <a:t>.</a:t>
            </a:r>
            <a:endParaRPr lang="en-US" sz="1800" b="1" dirty="0">
              <a:solidFill>
                <a:schemeClr val="tx1"/>
              </a:solidFill>
              <a:latin typeface="Arial"/>
              <a:cs typeface="Arial"/>
            </a:endParaRPr>
          </a:p>
        </p:txBody>
      </p:sp>
      <p:sp>
        <p:nvSpPr>
          <p:cNvPr id="18" name="Google Shape;145;p7">
            <a:extLst>
              <a:ext uri="{FF2B5EF4-FFF2-40B4-BE49-F238E27FC236}">
                <a16:creationId xmlns:a16="http://schemas.microsoft.com/office/drawing/2014/main" id="{1C90077F-0B0C-DB0F-62AA-84F1C5F13592}"/>
              </a:ext>
            </a:extLst>
          </p:cNvPr>
          <p:cNvSpPr/>
          <p:nvPr/>
        </p:nvSpPr>
        <p:spPr>
          <a:xfrm rot="10800000" flipH="1">
            <a:off x="0" y="6437013"/>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11E9B649-7F85-142F-FD84-89487EE1CD9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079A80B8-6CF7-E6ED-FE40-65340BDDD88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9805BFA7-C26E-2185-DC4A-1700EF6918C1}"/>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F4B36D68-54A5-C048-A9CB-62D39CFC4F32}"/>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7A01543C-3418-4D9D-4C96-8D98138FE1C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2400" u="none" strike="noStrike" cap="none" dirty="0">
                <a:solidFill>
                  <a:schemeClr val="lt1"/>
                </a:solidFill>
                <a:latin typeface="+mn-lt"/>
                <a:ea typeface="Helvetica Neue Light"/>
                <a:cs typeface="Helvetica Neue Light"/>
                <a:sym typeface="Helvetica Neue Light"/>
              </a:rPr>
              <a:t>CAD model Demonstration (see “CAD Model” in rubric) </a:t>
            </a:r>
            <a:endParaRPr lang="en-US" sz="2400" dirty="0">
              <a:solidFill>
                <a:schemeClr val="lt1"/>
              </a:solidFill>
              <a:latin typeface="+mn-lt"/>
              <a:ea typeface="Helvetica Neue Light"/>
              <a:cs typeface="Helvetica Neue Light"/>
              <a:sym typeface="Helvetica Neue Light"/>
            </a:endParaRPr>
          </a:p>
        </p:txBody>
      </p:sp>
      <p:sp>
        <p:nvSpPr>
          <p:cNvPr id="3" name="TextBox 2">
            <a:extLst>
              <a:ext uri="{FF2B5EF4-FFF2-40B4-BE49-F238E27FC236}">
                <a16:creationId xmlns:a16="http://schemas.microsoft.com/office/drawing/2014/main" id="{764354AF-292E-6E37-95AC-0EEAC5332348}"/>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5" name="Slide Number Placeholder 4">
            <a:extLst>
              <a:ext uri="{FF2B5EF4-FFF2-40B4-BE49-F238E27FC236}">
                <a16:creationId xmlns:a16="http://schemas.microsoft.com/office/drawing/2014/main" id="{7DAB1E2B-88BB-E913-FCB1-4993D600EE64}"/>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5</a:t>
            </a:fld>
            <a:endParaRPr lang="en-US" sz="1400" dirty="0">
              <a:solidFill>
                <a:schemeClr val="bg1"/>
              </a:solidFill>
            </a:endParaRPr>
          </a:p>
        </p:txBody>
      </p:sp>
    </p:spTree>
    <p:extLst>
      <p:ext uri="{BB962C8B-B14F-4D97-AF65-F5344CB8AC3E}">
        <p14:creationId xmlns:p14="http://schemas.microsoft.com/office/powerpoint/2010/main" val="264655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01005E12-7F93-89BC-8D90-318B9210A81C}"/>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9713FC8F-A490-28DA-8526-7B7FCFA4C0B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600" b="1" dirty="0">
                <a:solidFill>
                  <a:srgbClr val="E84B36"/>
                </a:solidFill>
                <a:latin typeface="Arial"/>
                <a:cs typeface="Arial"/>
                <a:sym typeface="Helvetica Neue Light"/>
              </a:rPr>
              <a:t>Include copy of expense report here (use provided template)</a:t>
            </a:r>
            <a:endParaRPr lang="en-US" sz="2600" b="1" dirty="0">
              <a:solidFill>
                <a:srgbClr val="E84B36"/>
              </a:solidFill>
              <a:latin typeface="Arial"/>
              <a:cs typeface="Arial"/>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indent="0">
              <a:lnSpc>
                <a:spcPct val="100000"/>
              </a:lnSpc>
              <a:spcBef>
                <a:spcPts val="0"/>
              </a:spcBef>
              <a:buSzPts val="2000"/>
              <a:buNone/>
            </a:pPr>
            <a:r>
              <a:rPr lang="en-US" sz="1800" dirty="0">
                <a:latin typeface="Arial"/>
                <a:cs typeface="Arial"/>
              </a:rPr>
              <a:t>Lorem ipsum dolor sit </a:t>
            </a:r>
            <a:r>
              <a:rPr lang="en-US" sz="1800" dirty="0" err="1">
                <a:latin typeface="Arial"/>
                <a:cs typeface="Arial"/>
              </a:rPr>
              <a:t>amet</a:t>
            </a:r>
            <a:r>
              <a:rPr lang="en-US" sz="1800" dirty="0">
                <a:latin typeface="Arial"/>
                <a:cs typeface="Arial"/>
              </a:rPr>
              <a:t>, </a:t>
            </a:r>
            <a:r>
              <a:rPr lang="en-US" sz="1800" dirty="0" err="1">
                <a:latin typeface="Arial"/>
                <a:cs typeface="Arial"/>
              </a:rPr>
              <a:t>consectetur</a:t>
            </a:r>
            <a:r>
              <a:rPr lang="en-US" sz="1800" dirty="0">
                <a:latin typeface="Arial"/>
                <a:cs typeface="Arial"/>
              </a:rPr>
              <a:t> </a:t>
            </a:r>
            <a:r>
              <a:rPr lang="en-US" sz="1800" dirty="0" err="1">
                <a:latin typeface="Arial"/>
                <a:cs typeface="Arial"/>
              </a:rPr>
              <a:t>adipiscing</a:t>
            </a:r>
            <a:r>
              <a:rPr lang="en-US" sz="1800" dirty="0">
                <a:latin typeface="Arial"/>
                <a:cs typeface="Arial"/>
              </a:rPr>
              <a:t> </a:t>
            </a:r>
            <a:r>
              <a:rPr lang="en-US" sz="1800" dirty="0" err="1">
                <a:latin typeface="Arial"/>
                <a:cs typeface="Arial"/>
              </a:rPr>
              <a:t>elit</a:t>
            </a:r>
            <a:r>
              <a:rPr lang="en-US" sz="1800" dirty="0">
                <a:latin typeface="Arial"/>
                <a:cs typeface="Arial"/>
              </a:rPr>
              <a:t>, sed do </a:t>
            </a:r>
            <a:r>
              <a:rPr lang="en-US" sz="1800" dirty="0" err="1">
                <a:latin typeface="Arial"/>
                <a:cs typeface="Arial"/>
              </a:rPr>
              <a:t>eiusmod</a:t>
            </a:r>
            <a:r>
              <a:rPr lang="en-US" sz="1800" dirty="0">
                <a:latin typeface="Arial"/>
                <a:cs typeface="Arial"/>
              </a:rPr>
              <a:t> </a:t>
            </a:r>
            <a:r>
              <a:rPr lang="en-US" sz="1800" dirty="0" err="1">
                <a:latin typeface="Arial"/>
                <a:cs typeface="Arial"/>
              </a:rPr>
              <a:t>tempor</a:t>
            </a:r>
            <a:r>
              <a:rPr lang="en-US" sz="1800" dirty="0">
                <a:latin typeface="Arial"/>
                <a:cs typeface="Arial"/>
              </a:rPr>
              <a:t> </a:t>
            </a:r>
            <a:r>
              <a:rPr lang="en-US" sz="1800" dirty="0" err="1">
                <a:latin typeface="Arial"/>
                <a:cs typeface="Arial"/>
              </a:rPr>
              <a:t>incididunt</a:t>
            </a:r>
            <a:r>
              <a:rPr lang="en-US" sz="1800" dirty="0">
                <a:latin typeface="Arial"/>
                <a:cs typeface="Arial"/>
              </a:rPr>
              <a:t> </a:t>
            </a:r>
            <a:r>
              <a:rPr lang="en-US" sz="1800" dirty="0" err="1">
                <a:latin typeface="Arial"/>
                <a:cs typeface="Arial"/>
              </a:rPr>
              <a:t>ut</a:t>
            </a:r>
            <a:r>
              <a:rPr lang="en-US" sz="1800" dirty="0">
                <a:latin typeface="Arial"/>
                <a:cs typeface="Arial"/>
              </a:rPr>
              <a:t> labore et dolore magna </a:t>
            </a:r>
            <a:r>
              <a:rPr lang="en-US" sz="1800" dirty="0" err="1">
                <a:latin typeface="Arial"/>
                <a:cs typeface="Arial"/>
              </a:rPr>
              <a:t>aliqua</a:t>
            </a:r>
            <a:r>
              <a:rPr lang="en-US" sz="1800" dirty="0">
                <a:latin typeface="Arial"/>
                <a:cs typeface="Arial"/>
              </a:rPr>
              <a:t>. Ut </a:t>
            </a:r>
            <a:r>
              <a:rPr lang="en-US" sz="1800" dirty="0" err="1">
                <a:latin typeface="Arial"/>
                <a:cs typeface="Arial"/>
              </a:rPr>
              <a:t>enim</a:t>
            </a:r>
            <a:r>
              <a:rPr lang="en-US" sz="1800" dirty="0">
                <a:latin typeface="Arial"/>
                <a:cs typeface="Arial"/>
              </a:rPr>
              <a:t> ad minim </a:t>
            </a:r>
            <a:r>
              <a:rPr lang="en-US" sz="1800" dirty="0" err="1">
                <a:latin typeface="Arial"/>
                <a:cs typeface="Arial"/>
              </a:rPr>
              <a:t>veniam</a:t>
            </a:r>
            <a:r>
              <a:rPr lang="en-US" sz="1800" dirty="0">
                <a:latin typeface="Arial"/>
                <a:cs typeface="Arial"/>
              </a:rPr>
              <a:t>, </a:t>
            </a:r>
            <a:r>
              <a:rPr lang="en-US" sz="1800" dirty="0" err="1">
                <a:latin typeface="Arial"/>
                <a:cs typeface="Arial"/>
              </a:rPr>
              <a:t>quis</a:t>
            </a:r>
            <a:r>
              <a:rPr lang="en-US" sz="1800" dirty="0">
                <a:latin typeface="Arial"/>
                <a:cs typeface="Arial"/>
              </a:rPr>
              <a:t> </a:t>
            </a:r>
            <a:r>
              <a:rPr lang="en-US" sz="1800" dirty="0" err="1">
                <a:latin typeface="Arial"/>
                <a:cs typeface="Arial"/>
              </a:rPr>
              <a:t>nostrud</a:t>
            </a:r>
            <a:r>
              <a:rPr lang="en-US" sz="1800" dirty="0">
                <a:latin typeface="Arial"/>
                <a:cs typeface="Arial"/>
              </a:rPr>
              <a:t> exercitation </a:t>
            </a:r>
            <a:r>
              <a:rPr lang="en-US" sz="1800" dirty="0" err="1">
                <a:latin typeface="Arial"/>
                <a:cs typeface="Arial"/>
              </a:rPr>
              <a:t>ullamco</a:t>
            </a:r>
            <a:r>
              <a:rPr lang="en-US" sz="1800" dirty="0">
                <a:latin typeface="Arial"/>
                <a:cs typeface="Arial"/>
              </a:rPr>
              <a:t> </a:t>
            </a:r>
            <a:r>
              <a:rPr lang="en-US" sz="1800" dirty="0" err="1">
                <a:latin typeface="Arial"/>
                <a:cs typeface="Arial"/>
              </a:rPr>
              <a:t>laboris</a:t>
            </a:r>
            <a:r>
              <a:rPr lang="en-US" sz="1800" dirty="0">
                <a:latin typeface="Arial"/>
                <a:cs typeface="Arial"/>
              </a:rPr>
              <a:t> nisi </a:t>
            </a:r>
            <a:r>
              <a:rPr lang="en-US" sz="1800" dirty="0" err="1">
                <a:latin typeface="Arial"/>
                <a:cs typeface="Arial"/>
              </a:rPr>
              <a:t>ut</a:t>
            </a:r>
            <a:r>
              <a:rPr lang="en-US" sz="1800" dirty="0">
                <a:latin typeface="Arial"/>
                <a:cs typeface="Arial"/>
              </a:rPr>
              <a:t> </a:t>
            </a:r>
            <a:r>
              <a:rPr lang="en-US" sz="1800" dirty="0" err="1">
                <a:latin typeface="Arial"/>
                <a:cs typeface="Arial"/>
              </a:rPr>
              <a:t>aliquip</a:t>
            </a:r>
            <a:r>
              <a:rPr lang="en-US" sz="1800" dirty="0">
                <a:latin typeface="Arial"/>
                <a:cs typeface="Arial"/>
              </a:rPr>
              <a:t> ex </a:t>
            </a:r>
            <a:r>
              <a:rPr lang="en-US" sz="1800" dirty="0" err="1">
                <a:latin typeface="Arial"/>
                <a:cs typeface="Arial"/>
              </a:rPr>
              <a:t>ea</a:t>
            </a:r>
            <a:r>
              <a:rPr lang="en-US" sz="1800" dirty="0">
                <a:latin typeface="Arial"/>
                <a:cs typeface="Arial"/>
              </a:rPr>
              <a:t> </a:t>
            </a:r>
            <a:r>
              <a:rPr lang="en-US" sz="1800" dirty="0" err="1">
                <a:latin typeface="Arial"/>
                <a:cs typeface="Arial"/>
              </a:rPr>
              <a:t>commodo</a:t>
            </a:r>
            <a:r>
              <a:rPr lang="en-US" sz="1800" dirty="0">
                <a:latin typeface="Arial"/>
                <a:cs typeface="Arial"/>
              </a:rPr>
              <a:t> </a:t>
            </a:r>
            <a:r>
              <a:rPr lang="en-US" sz="1800" dirty="0" err="1">
                <a:latin typeface="Arial"/>
                <a:cs typeface="Arial"/>
              </a:rPr>
              <a:t>consequat</a:t>
            </a:r>
            <a:r>
              <a:rPr lang="en-US" sz="1800" dirty="0">
                <a:latin typeface="Arial"/>
                <a:cs typeface="Arial"/>
              </a:rPr>
              <a:t>. Duis </a:t>
            </a:r>
            <a:r>
              <a:rPr lang="en-US" sz="1800" dirty="0" err="1">
                <a:latin typeface="Arial"/>
                <a:cs typeface="Arial"/>
              </a:rPr>
              <a:t>aute</a:t>
            </a:r>
            <a:r>
              <a:rPr lang="en-US" sz="1800" dirty="0">
                <a:latin typeface="Arial"/>
                <a:cs typeface="Arial"/>
              </a:rPr>
              <a:t> </a:t>
            </a:r>
            <a:r>
              <a:rPr lang="en-US" sz="1800" dirty="0" err="1">
                <a:latin typeface="Arial"/>
                <a:cs typeface="Arial"/>
              </a:rPr>
              <a:t>irure</a:t>
            </a:r>
            <a:r>
              <a:rPr lang="en-US" sz="1800" dirty="0">
                <a:latin typeface="Arial"/>
                <a:cs typeface="Arial"/>
              </a:rPr>
              <a:t> dolor in </a:t>
            </a:r>
            <a:r>
              <a:rPr lang="en-US" sz="1800" dirty="0" err="1">
                <a:latin typeface="Arial"/>
                <a:cs typeface="Arial"/>
              </a:rPr>
              <a:t>reprehenderit</a:t>
            </a:r>
            <a:r>
              <a:rPr lang="en-US" sz="1800" dirty="0">
                <a:latin typeface="Arial"/>
                <a:cs typeface="Arial"/>
              </a:rPr>
              <a:t> in </a:t>
            </a:r>
            <a:r>
              <a:rPr lang="en-US" sz="1800" dirty="0" err="1">
                <a:latin typeface="Arial"/>
                <a:cs typeface="Arial"/>
              </a:rPr>
              <a:t>voluptate</a:t>
            </a:r>
            <a:r>
              <a:rPr lang="en-US" sz="1800" dirty="0">
                <a:latin typeface="Arial"/>
                <a:cs typeface="Arial"/>
              </a:rPr>
              <a:t> </a:t>
            </a:r>
            <a:r>
              <a:rPr lang="en-US" sz="1800" dirty="0" err="1">
                <a:latin typeface="Arial"/>
                <a:cs typeface="Arial"/>
              </a:rPr>
              <a:t>velit</a:t>
            </a:r>
            <a:r>
              <a:rPr lang="en-US" sz="1800" dirty="0">
                <a:latin typeface="Arial"/>
                <a:cs typeface="Arial"/>
              </a:rPr>
              <a:t> </a:t>
            </a:r>
            <a:r>
              <a:rPr lang="en-US" sz="1800" dirty="0" err="1">
                <a:latin typeface="Arial"/>
                <a:cs typeface="Arial"/>
              </a:rPr>
              <a:t>esse</a:t>
            </a:r>
            <a:r>
              <a:rPr lang="en-US" sz="1800" dirty="0">
                <a:latin typeface="Arial"/>
                <a:cs typeface="Arial"/>
              </a:rPr>
              <a:t> </a:t>
            </a:r>
            <a:r>
              <a:rPr lang="en-US" sz="1800" dirty="0" err="1">
                <a:latin typeface="Arial"/>
                <a:cs typeface="Arial"/>
              </a:rPr>
              <a:t>cillum</a:t>
            </a:r>
            <a:r>
              <a:rPr lang="en-US" sz="1800" dirty="0">
                <a:latin typeface="Arial"/>
                <a:cs typeface="Arial"/>
              </a:rPr>
              <a:t> dolore </a:t>
            </a:r>
            <a:r>
              <a:rPr lang="en-US" sz="1800" dirty="0" err="1">
                <a:latin typeface="Arial"/>
                <a:cs typeface="Arial"/>
              </a:rPr>
              <a:t>eu</a:t>
            </a:r>
            <a:r>
              <a:rPr lang="en-US" sz="1800" dirty="0">
                <a:latin typeface="Arial"/>
                <a:cs typeface="Arial"/>
              </a:rPr>
              <a:t> </a:t>
            </a:r>
            <a:r>
              <a:rPr lang="en-US" sz="1800" dirty="0" err="1">
                <a:latin typeface="Arial"/>
                <a:cs typeface="Arial"/>
              </a:rPr>
              <a:t>fugiat</a:t>
            </a:r>
            <a:r>
              <a:rPr lang="en-US" sz="1800" dirty="0">
                <a:latin typeface="Arial"/>
                <a:cs typeface="Arial"/>
              </a:rPr>
              <a:t> </a:t>
            </a:r>
            <a:r>
              <a:rPr lang="en-US" sz="1800" dirty="0" err="1">
                <a:latin typeface="Arial"/>
                <a:cs typeface="Arial"/>
              </a:rPr>
              <a:t>nulla</a:t>
            </a:r>
            <a:r>
              <a:rPr lang="en-US" sz="1800" dirty="0">
                <a:latin typeface="Arial"/>
                <a:cs typeface="Arial"/>
              </a:rPr>
              <a:t> </a:t>
            </a:r>
            <a:r>
              <a:rPr lang="en-US" sz="1800" dirty="0" err="1">
                <a:latin typeface="Arial"/>
                <a:cs typeface="Arial"/>
              </a:rPr>
              <a:t>pariatur</a:t>
            </a:r>
            <a:r>
              <a:rPr lang="en-US" sz="1800" dirty="0">
                <a:latin typeface="Arial"/>
                <a:cs typeface="Arial"/>
              </a:rPr>
              <a:t>. </a:t>
            </a:r>
            <a:r>
              <a:rPr lang="en-US" sz="1800" dirty="0" err="1">
                <a:latin typeface="Arial"/>
                <a:cs typeface="Arial"/>
              </a:rPr>
              <a:t>Excepteur</a:t>
            </a:r>
            <a:r>
              <a:rPr lang="en-US" sz="1800" dirty="0">
                <a:latin typeface="Arial"/>
                <a:cs typeface="Arial"/>
              </a:rPr>
              <a:t> </a:t>
            </a:r>
            <a:r>
              <a:rPr lang="en-US" sz="1800" dirty="0" err="1">
                <a:latin typeface="Arial"/>
                <a:cs typeface="Arial"/>
              </a:rPr>
              <a:t>sint</a:t>
            </a:r>
            <a:r>
              <a:rPr lang="en-US" sz="1800" dirty="0">
                <a:latin typeface="Arial"/>
                <a:cs typeface="Arial"/>
              </a:rPr>
              <a:t> </a:t>
            </a:r>
            <a:r>
              <a:rPr lang="en-US" sz="1800" dirty="0" err="1">
                <a:latin typeface="Arial"/>
                <a:cs typeface="Arial"/>
              </a:rPr>
              <a:t>occaecat</a:t>
            </a:r>
            <a:r>
              <a:rPr lang="en-US" sz="1800" dirty="0">
                <a:latin typeface="Arial"/>
                <a:cs typeface="Arial"/>
              </a:rPr>
              <a:t> </a:t>
            </a:r>
            <a:r>
              <a:rPr lang="en-US" sz="1800" dirty="0" err="1">
                <a:latin typeface="Arial"/>
                <a:cs typeface="Arial"/>
              </a:rPr>
              <a:t>cupidatat</a:t>
            </a:r>
            <a:r>
              <a:rPr lang="en-US" sz="1800" dirty="0">
                <a:latin typeface="Arial"/>
                <a:cs typeface="Arial"/>
              </a:rPr>
              <a:t> non </a:t>
            </a:r>
            <a:r>
              <a:rPr lang="en-US" sz="1800" dirty="0" err="1">
                <a:latin typeface="Arial"/>
                <a:cs typeface="Arial"/>
              </a:rPr>
              <a:t>proident</a:t>
            </a:r>
            <a:r>
              <a:rPr lang="en-US" sz="1800" dirty="0">
                <a:latin typeface="Arial"/>
                <a:cs typeface="Arial"/>
              </a:rPr>
              <a:t>, sunt in culpa qui </a:t>
            </a:r>
            <a:r>
              <a:rPr lang="en-US" sz="1800" dirty="0" err="1">
                <a:latin typeface="Arial"/>
                <a:cs typeface="Arial"/>
              </a:rPr>
              <a:t>officia</a:t>
            </a:r>
            <a:r>
              <a:rPr lang="en-US" sz="1800" dirty="0">
                <a:latin typeface="Arial"/>
                <a:cs typeface="Arial"/>
              </a:rPr>
              <a:t> </a:t>
            </a:r>
            <a:r>
              <a:rPr lang="en-US" sz="1800" dirty="0" err="1">
                <a:latin typeface="Arial"/>
                <a:cs typeface="Arial"/>
              </a:rPr>
              <a:t>deserunt</a:t>
            </a:r>
            <a:r>
              <a:rPr lang="en-US" sz="1800" dirty="0">
                <a:latin typeface="Arial"/>
                <a:cs typeface="Arial"/>
              </a:rPr>
              <a:t> </a:t>
            </a:r>
            <a:r>
              <a:rPr lang="en-US" sz="1800" dirty="0" err="1">
                <a:latin typeface="Arial"/>
                <a:cs typeface="Arial"/>
              </a:rPr>
              <a:t>mollit</a:t>
            </a:r>
            <a:r>
              <a:rPr lang="en-US" sz="1800" dirty="0">
                <a:latin typeface="Arial"/>
                <a:cs typeface="Arial"/>
              </a:rPr>
              <a:t> </a:t>
            </a:r>
            <a:r>
              <a:rPr lang="en-US" sz="1800" dirty="0" err="1">
                <a:latin typeface="Arial"/>
                <a:cs typeface="Arial"/>
              </a:rPr>
              <a:t>anim</a:t>
            </a:r>
            <a:r>
              <a:rPr lang="en-US" sz="1800" dirty="0">
                <a:latin typeface="Arial"/>
                <a:cs typeface="Arial"/>
              </a:rPr>
              <a:t> id </a:t>
            </a:r>
            <a:r>
              <a:rPr lang="en-US" sz="1800" dirty="0" err="1">
                <a:latin typeface="Arial"/>
                <a:cs typeface="Arial"/>
              </a:rPr>
              <a:t>est</a:t>
            </a:r>
            <a:r>
              <a:rPr lang="en-US" sz="1800" dirty="0">
                <a:latin typeface="Arial"/>
                <a:cs typeface="Arial"/>
              </a:rPr>
              <a:t> </a:t>
            </a:r>
            <a:r>
              <a:rPr lang="en-US" sz="1800" dirty="0" err="1">
                <a:latin typeface="Arial"/>
                <a:cs typeface="Arial"/>
              </a:rPr>
              <a:t>laborum</a:t>
            </a:r>
            <a:r>
              <a:rPr lang="en-US" sz="1800" dirty="0">
                <a:latin typeface="Arial"/>
                <a:cs typeface="Arial"/>
              </a:rPr>
              <a:t>.</a:t>
            </a:r>
          </a:p>
          <a:p>
            <a:pPr marL="0" indent="0">
              <a:lnSpc>
                <a:spcPct val="100000"/>
              </a:lnSpc>
              <a:spcBef>
                <a:spcPts val="0"/>
              </a:spcBef>
              <a:buSzPts val="2000"/>
              <a:buNone/>
            </a:pPr>
            <a:endParaRPr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3000"/>
              <a:buNone/>
            </a:pPr>
            <a:endParaRPr lang="en-US" sz="1800" b="1"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3000"/>
              <a:buNone/>
            </a:pPr>
            <a:r>
              <a:rPr lang="en-US" sz="1800" dirty="0">
                <a:latin typeface="Arial"/>
                <a:cs typeface="Arial"/>
              </a:rPr>
              <a:t>Lorem ipsum dolor sit </a:t>
            </a:r>
            <a:r>
              <a:rPr lang="en-US" sz="1800" dirty="0" err="1">
                <a:latin typeface="Arial"/>
                <a:cs typeface="Arial"/>
              </a:rPr>
              <a:t>amet</a:t>
            </a:r>
            <a:r>
              <a:rPr lang="en-US" sz="1800" dirty="0">
                <a:latin typeface="Arial"/>
                <a:cs typeface="Arial"/>
              </a:rPr>
              <a:t>, </a:t>
            </a:r>
            <a:r>
              <a:rPr lang="en-US" sz="1800" dirty="0" err="1">
                <a:latin typeface="Arial"/>
                <a:cs typeface="Arial"/>
              </a:rPr>
              <a:t>consectetur</a:t>
            </a:r>
            <a:r>
              <a:rPr lang="en-US" sz="1800" dirty="0">
                <a:latin typeface="Arial"/>
                <a:cs typeface="Arial"/>
              </a:rPr>
              <a:t> </a:t>
            </a:r>
            <a:r>
              <a:rPr lang="en-US" sz="1800" dirty="0" err="1">
                <a:latin typeface="Arial"/>
                <a:cs typeface="Arial"/>
              </a:rPr>
              <a:t>adipiscing</a:t>
            </a:r>
            <a:r>
              <a:rPr lang="en-US" sz="1800" dirty="0">
                <a:latin typeface="Arial"/>
                <a:cs typeface="Arial"/>
              </a:rPr>
              <a:t> </a:t>
            </a:r>
            <a:r>
              <a:rPr lang="en-US" sz="1800" dirty="0" err="1">
                <a:latin typeface="Arial"/>
                <a:cs typeface="Arial"/>
              </a:rPr>
              <a:t>elit</a:t>
            </a:r>
            <a:r>
              <a:rPr lang="en-US" sz="1800" dirty="0">
                <a:latin typeface="Arial"/>
                <a:cs typeface="Arial"/>
              </a:rPr>
              <a:t>, sed do </a:t>
            </a:r>
            <a:r>
              <a:rPr lang="en-US" sz="1800" dirty="0" err="1">
                <a:latin typeface="Arial"/>
                <a:cs typeface="Arial"/>
              </a:rPr>
              <a:t>eiusmod</a:t>
            </a:r>
            <a:r>
              <a:rPr lang="en-US" sz="1800" dirty="0">
                <a:latin typeface="Arial"/>
                <a:cs typeface="Arial"/>
              </a:rPr>
              <a:t> </a:t>
            </a:r>
            <a:r>
              <a:rPr lang="en-US" sz="1800" dirty="0" err="1">
                <a:latin typeface="Arial"/>
                <a:cs typeface="Arial"/>
              </a:rPr>
              <a:t>tempor</a:t>
            </a:r>
            <a:r>
              <a:rPr lang="en-US" sz="1800" dirty="0">
                <a:latin typeface="Arial"/>
                <a:cs typeface="Arial"/>
              </a:rPr>
              <a:t> </a:t>
            </a:r>
            <a:r>
              <a:rPr lang="en-US" sz="1800" dirty="0" err="1">
                <a:latin typeface="Arial"/>
                <a:cs typeface="Arial"/>
              </a:rPr>
              <a:t>incididunt</a:t>
            </a:r>
            <a:r>
              <a:rPr lang="en-US" sz="1800" dirty="0">
                <a:latin typeface="Arial"/>
                <a:cs typeface="Arial"/>
              </a:rPr>
              <a:t> </a:t>
            </a:r>
            <a:r>
              <a:rPr lang="en-US" sz="1800" dirty="0" err="1">
                <a:latin typeface="Arial"/>
                <a:cs typeface="Arial"/>
              </a:rPr>
              <a:t>ut</a:t>
            </a:r>
            <a:r>
              <a:rPr lang="en-US" sz="1800" dirty="0">
                <a:latin typeface="Arial"/>
                <a:cs typeface="Arial"/>
              </a:rPr>
              <a:t> labore et dolore magna </a:t>
            </a:r>
            <a:r>
              <a:rPr lang="en-US" sz="1800" dirty="0" err="1">
                <a:latin typeface="Arial"/>
                <a:cs typeface="Arial"/>
              </a:rPr>
              <a:t>aliqua</a:t>
            </a:r>
            <a:r>
              <a:rPr lang="en-US" sz="1800" dirty="0">
                <a:latin typeface="Arial"/>
                <a:cs typeface="Arial"/>
              </a:rPr>
              <a:t>.</a:t>
            </a:r>
            <a:endParaRPr lang="en-US" sz="1800" b="1" dirty="0">
              <a:solidFill>
                <a:schemeClr val="tx1"/>
              </a:solidFill>
              <a:latin typeface="Arial"/>
              <a:cs typeface="Arial"/>
            </a:endParaRPr>
          </a:p>
        </p:txBody>
      </p:sp>
      <p:sp>
        <p:nvSpPr>
          <p:cNvPr id="18" name="Google Shape;145;p7">
            <a:extLst>
              <a:ext uri="{FF2B5EF4-FFF2-40B4-BE49-F238E27FC236}">
                <a16:creationId xmlns:a16="http://schemas.microsoft.com/office/drawing/2014/main" id="{43DD67BD-97E8-3A19-5E59-C7EBCBF8AD01}"/>
              </a:ext>
            </a:extLst>
          </p:cNvPr>
          <p:cNvSpPr/>
          <p:nvPr/>
        </p:nvSpPr>
        <p:spPr>
          <a:xfrm rot="10800000" flipH="1">
            <a:off x="0" y="6437013"/>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3D081CF9-16D1-6547-B6E3-A9EA4D96138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DF46E06E-0FEA-3630-EB26-109B4AE9008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101F33FE-9E03-1BE3-93BC-04A1D31FEFFB}"/>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09223AEE-28CD-E6DC-FC64-B6396EFEF3F7}"/>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A0E4D209-FF89-402E-6B32-FA0CB6FD080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lvl="0"/>
            <a:r>
              <a:rPr lang="en-US" sz="2400" dirty="0">
                <a:solidFill>
                  <a:schemeClr val="lt1"/>
                </a:solidFill>
                <a:ea typeface="Helvetica Neue Light"/>
                <a:cs typeface="Helvetica Neue Light"/>
                <a:sym typeface="Helvetica Neue Light"/>
              </a:rPr>
              <a:t>Expense Report</a:t>
            </a:r>
          </a:p>
        </p:txBody>
      </p:sp>
      <p:sp>
        <p:nvSpPr>
          <p:cNvPr id="3" name="TextBox 2">
            <a:extLst>
              <a:ext uri="{FF2B5EF4-FFF2-40B4-BE49-F238E27FC236}">
                <a16:creationId xmlns:a16="http://schemas.microsoft.com/office/drawing/2014/main" id="{24C896F7-DA60-C0F2-517C-2176D2243102}"/>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5" name="Slide Number Placeholder 4">
            <a:extLst>
              <a:ext uri="{FF2B5EF4-FFF2-40B4-BE49-F238E27FC236}">
                <a16:creationId xmlns:a16="http://schemas.microsoft.com/office/drawing/2014/main" id="{806D1066-6720-14A0-2406-A526DD919C80}"/>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6</a:t>
            </a:fld>
            <a:endParaRPr lang="en-US" sz="1400" dirty="0">
              <a:solidFill>
                <a:schemeClr val="bg1"/>
              </a:solidFill>
            </a:endParaRPr>
          </a:p>
        </p:txBody>
      </p:sp>
    </p:spTree>
    <p:extLst>
      <p:ext uri="{BB962C8B-B14F-4D97-AF65-F5344CB8AC3E}">
        <p14:creationId xmlns:p14="http://schemas.microsoft.com/office/powerpoint/2010/main" val="756668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4BE5F40B-9776-70FD-7DC5-D032B63B52FF}"/>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2823939A-920D-C3B8-3BAD-55AD86824B7E}"/>
              </a:ext>
            </a:extLst>
          </p:cNvPr>
          <p:cNvSpPr txBox="1">
            <a:spLocks noGrp="1"/>
          </p:cNvSpPr>
          <p:nvPr>
            <p:ph type="body" idx="1"/>
          </p:nvPr>
        </p:nvSpPr>
        <p:spPr>
          <a:xfrm>
            <a:off x="376809" y="1334279"/>
            <a:ext cx="4081276"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600" b="1" dirty="0">
                <a:solidFill>
                  <a:srgbClr val="E84B36"/>
                </a:solidFill>
                <a:latin typeface="Arial"/>
                <a:cs typeface="Arial"/>
                <a:sym typeface="Helvetica Neue Light"/>
              </a:rPr>
              <a:t>Include your BOM as part of an assembly drawing of your mechanism (exploded view). Make sure text is large enough to be easily read</a:t>
            </a:r>
            <a:endParaRPr lang="en-US" sz="2600" b="1" dirty="0">
              <a:solidFill>
                <a:srgbClr val="E84B36"/>
              </a:solidFill>
              <a:latin typeface="Arial"/>
              <a:cs typeface="Arial"/>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indent="0">
              <a:lnSpc>
                <a:spcPct val="100000"/>
              </a:lnSpc>
              <a:spcBef>
                <a:spcPts val="0"/>
              </a:spcBef>
              <a:buNone/>
            </a:pPr>
            <a:r>
              <a:rPr lang="en-US" sz="1800" dirty="0">
                <a:solidFill>
                  <a:schemeClr val="tx1"/>
                </a:solidFill>
                <a:latin typeface="Arial"/>
                <a:cs typeface="Arial"/>
              </a:rPr>
              <a:t>Lorem ipsum dolor sit </a:t>
            </a:r>
            <a:r>
              <a:rPr lang="en-US" sz="1800" dirty="0" err="1">
                <a:solidFill>
                  <a:schemeClr val="tx1"/>
                </a:solidFill>
                <a:latin typeface="Arial"/>
                <a:cs typeface="Arial"/>
              </a:rPr>
              <a:t>amet</a:t>
            </a:r>
            <a:r>
              <a:rPr lang="en-US" sz="1800" dirty="0">
                <a:solidFill>
                  <a:schemeClr val="tx1"/>
                </a:solidFill>
                <a:latin typeface="Arial"/>
                <a:cs typeface="Arial"/>
              </a:rPr>
              <a:t>, </a:t>
            </a:r>
            <a:r>
              <a:rPr lang="en-US" sz="1800" dirty="0" err="1">
                <a:solidFill>
                  <a:schemeClr val="tx1"/>
                </a:solidFill>
                <a:latin typeface="Arial"/>
                <a:cs typeface="Arial"/>
              </a:rPr>
              <a:t>consectetur</a:t>
            </a:r>
            <a:r>
              <a:rPr lang="en-US" sz="1800" dirty="0">
                <a:solidFill>
                  <a:schemeClr val="tx1"/>
                </a:solidFill>
                <a:latin typeface="Arial"/>
                <a:cs typeface="Arial"/>
              </a:rPr>
              <a:t> </a:t>
            </a:r>
            <a:r>
              <a:rPr lang="en-US" sz="1800" dirty="0" err="1">
                <a:solidFill>
                  <a:schemeClr val="tx1"/>
                </a:solidFill>
                <a:latin typeface="Arial"/>
                <a:cs typeface="Arial"/>
              </a:rPr>
              <a:t>adipiscing</a:t>
            </a:r>
            <a:r>
              <a:rPr lang="en-US" sz="1800" dirty="0">
                <a:solidFill>
                  <a:schemeClr val="tx1"/>
                </a:solidFill>
                <a:latin typeface="Arial"/>
                <a:cs typeface="Arial"/>
              </a:rPr>
              <a:t> </a:t>
            </a:r>
            <a:r>
              <a:rPr lang="en-US" sz="1800" dirty="0" err="1">
                <a:solidFill>
                  <a:schemeClr val="tx1"/>
                </a:solidFill>
                <a:latin typeface="Arial"/>
                <a:cs typeface="Arial"/>
              </a:rPr>
              <a:t>elit</a:t>
            </a:r>
            <a:r>
              <a:rPr lang="en-US" sz="1800" dirty="0">
                <a:solidFill>
                  <a:schemeClr val="tx1"/>
                </a:solidFill>
                <a:latin typeface="Arial"/>
                <a:cs typeface="Arial"/>
              </a:rPr>
              <a:t>, sed do </a:t>
            </a:r>
            <a:r>
              <a:rPr lang="en-US" sz="1800" dirty="0" err="1">
                <a:solidFill>
                  <a:schemeClr val="tx1"/>
                </a:solidFill>
                <a:latin typeface="Arial"/>
                <a:cs typeface="Arial"/>
              </a:rPr>
              <a:t>eiusmod</a:t>
            </a:r>
            <a:r>
              <a:rPr lang="en-US" sz="1800" dirty="0">
                <a:solidFill>
                  <a:schemeClr val="tx1"/>
                </a:solidFill>
                <a:latin typeface="Arial"/>
                <a:cs typeface="Arial"/>
              </a:rPr>
              <a:t> </a:t>
            </a:r>
            <a:r>
              <a:rPr lang="en-US" sz="1800" dirty="0" err="1">
                <a:solidFill>
                  <a:schemeClr val="tx1"/>
                </a:solidFill>
                <a:latin typeface="Arial"/>
                <a:cs typeface="Arial"/>
              </a:rPr>
              <a:t>tempor</a:t>
            </a:r>
            <a:r>
              <a:rPr lang="en-US" sz="1800" dirty="0">
                <a:solidFill>
                  <a:schemeClr val="tx1"/>
                </a:solidFill>
                <a:latin typeface="Arial"/>
                <a:cs typeface="Arial"/>
              </a:rPr>
              <a:t> </a:t>
            </a:r>
            <a:r>
              <a:rPr lang="en-US" sz="1800" dirty="0" err="1">
                <a:solidFill>
                  <a:schemeClr val="tx1"/>
                </a:solidFill>
                <a:latin typeface="Arial"/>
                <a:cs typeface="Arial"/>
              </a:rPr>
              <a:t>incididunt</a:t>
            </a:r>
            <a:r>
              <a:rPr lang="en-US" sz="1800" dirty="0">
                <a:solidFill>
                  <a:schemeClr val="tx1"/>
                </a:solidFill>
                <a:latin typeface="Arial"/>
                <a:cs typeface="Arial"/>
              </a:rPr>
              <a:t> </a:t>
            </a:r>
            <a:r>
              <a:rPr lang="en-US" sz="1800" dirty="0" err="1">
                <a:solidFill>
                  <a:schemeClr val="tx1"/>
                </a:solidFill>
                <a:latin typeface="Arial"/>
                <a:cs typeface="Arial"/>
              </a:rPr>
              <a:t>ut</a:t>
            </a:r>
            <a:r>
              <a:rPr lang="en-US" sz="1800" dirty="0">
                <a:solidFill>
                  <a:schemeClr val="tx1"/>
                </a:solidFill>
                <a:latin typeface="Arial"/>
                <a:cs typeface="Arial"/>
              </a:rPr>
              <a:t> labore et dolore magna </a:t>
            </a:r>
            <a:r>
              <a:rPr lang="en-US" sz="1800" dirty="0" err="1">
                <a:solidFill>
                  <a:schemeClr val="tx1"/>
                </a:solidFill>
                <a:latin typeface="Arial"/>
                <a:cs typeface="Arial"/>
              </a:rPr>
              <a:t>aliqua</a:t>
            </a:r>
            <a:r>
              <a:rPr lang="en-US" sz="1800" dirty="0">
                <a:solidFill>
                  <a:schemeClr val="tx1"/>
                </a:solidFill>
                <a:latin typeface="Arial"/>
                <a:cs typeface="Arial"/>
              </a:rPr>
              <a:t>. </a:t>
            </a:r>
          </a:p>
        </p:txBody>
      </p:sp>
      <p:sp>
        <p:nvSpPr>
          <p:cNvPr id="18" name="Google Shape;145;p7">
            <a:extLst>
              <a:ext uri="{FF2B5EF4-FFF2-40B4-BE49-F238E27FC236}">
                <a16:creationId xmlns:a16="http://schemas.microsoft.com/office/drawing/2014/main" id="{517D0195-36EE-F962-3D15-EB9ACD22A0CB}"/>
              </a:ext>
            </a:extLst>
          </p:cNvPr>
          <p:cNvSpPr/>
          <p:nvPr/>
        </p:nvSpPr>
        <p:spPr>
          <a:xfrm rot="10800000" flipH="1">
            <a:off x="0" y="6437013"/>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9E587C3C-0D1C-775C-B7EA-B8ADCDF8E51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539F3D3E-2969-719F-2687-5D33B84CEB1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263B33EF-D061-C088-333D-E5F4CEA7AB7E}"/>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4B437566-3E5D-1ACA-0702-97854B596BC1}"/>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E4F20755-75F9-BDCC-AE18-F18B48A382B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r>
              <a:rPr lang="en-US" sz="2400" dirty="0">
                <a:solidFill>
                  <a:schemeClr val="lt1"/>
                </a:solidFill>
                <a:ea typeface="Helvetica Neue Light"/>
                <a:cs typeface="Helvetica Neue Light"/>
                <a:sym typeface="Helvetica Neue Light"/>
              </a:rPr>
              <a:t>Bill of Materials</a:t>
            </a:r>
          </a:p>
        </p:txBody>
      </p:sp>
      <p:sp>
        <p:nvSpPr>
          <p:cNvPr id="3" name="TextBox 2">
            <a:extLst>
              <a:ext uri="{FF2B5EF4-FFF2-40B4-BE49-F238E27FC236}">
                <a16:creationId xmlns:a16="http://schemas.microsoft.com/office/drawing/2014/main" id="{E330D216-E0C3-987C-8976-6FC2DA50B10A}"/>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pic>
        <p:nvPicPr>
          <p:cNvPr id="2" name="Picture 1" descr="A diagram of a machine&#10;&#10;AI-generated content may be incorrect.">
            <a:extLst>
              <a:ext uri="{FF2B5EF4-FFF2-40B4-BE49-F238E27FC236}">
                <a16:creationId xmlns:a16="http://schemas.microsoft.com/office/drawing/2014/main" id="{5CD33FF6-6448-45DE-1ED4-1D1151752796}"/>
              </a:ext>
            </a:extLst>
          </p:cNvPr>
          <p:cNvPicPr>
            <a:picLocks noChangeAspect="1"/>
          </p:cNvPicPr>
          <p:nvPr/>
        </p:nvPicPr>
        <p:blipFill>
          <a:blip r:embed="rId4"/>
          <a:stretch>
            <a:fillRect/>
          </a:stretch>
        </p:blipFill>
        <p:spPr>
          <a:xfrm>
            <a:off x="4457604" y="933450"/>
            <a:ext cx="7696391" cy="5505450"/>
          </a:xfrm>
          <a:prstGeom prst="rect">
            <a:avLst/>
          </a:prstGeom>
        </p:spPr>
      </p:pic>
      <p:sp>
        <p:nvSpPr>
          <p:cNvPr id="7" name="Slide Number Placeholder 4">
            <a:extLst>
              <a:ext uri="{FF2B5EF4-FFF2-40B4-BE49-F238E27FC236}">
                <a16:creationId xmlns:a16="http://schemas.microsoft.com/office/drawing/2014/main" id="{4D66DB3D-F48D-B0F4-F476-326DA7D0E34D}"/>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7</a:t>
            </a:fld>
            <a:endParaRPr lang="en-US" sz="1400" dirty="0">
              <a:solidFill>
                <a:schemeClr val="bg1"/>
              </a:solidFill>
            </a:endParaRPr>
          </a:p>
        </p:txBody>
      </p:sp>
    </p:spTree>
    <p:extLst>
      <p:ext uri="{BB962C8B-B14F-4D97-AF65-F5344CB8AC3E}">
        <p14:creationId xmlns:p14="http://schemas.microsoft.com/office/powerpoint/2010/main" val="2814729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7A68A8F9-14F3-591C-74F0-DF179B791356}"/>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1D489050-550E-8552-9CAA-20CFEDB1738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600" b="1" dirty="0">
                <a:solidFill>
                  <a:srgbClr val="E84B36"/>
                </a:solidFill>
                <a:latin typeface="Arial" panose="020B0604020202020204" pitchFamily="34" charset="0"/>
                <a:ea typeface="Helvetica Neue Light"/>
                <a:cs typeface="Arial" panose="020B0604020202020204" pitchFamily="34" charset="0"/>
                <a:sym typeface="Helvetica Neue Light"/>
              </a:rPr>
              <a:t>Provide additional details about your design</a:t>
            </a:r>
            <a:endParaRPr lang="en-US" sz="2600" b="1" dirty="0">
              <a:solidFill>
                <a:srgbClr val="E84B36"/>
              </a:solidFill>
              <a:latin typeface="Arial" panose="020B0604020202020204" pitchFamily="34" charset="0"/>
              <a:cs typeface="Arial" panose="020B0604020202020204" pitchFamily="34" charset="0"/>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indent="0">
              <a:lnSpc>
                <a:spcPct val="100000"/>
              </a:lnSpc>
              <a:spcBef>
                <a:spcPts val="0"/>
              </a:spcBef>
              <a:buSzPts val="2000"/>
              <a:buNone/>
            </a:pPr>
            <a:r>
              <a:rPr lang="en-US" sz="1800" dirty="0">
                <a:latin typeface="Arial" panose="020B0604020202020204" pitchFamily="34" charset="0"/>
                <a:cs typeface="Arial" panose="020B0604020202020204" pitchFamily="34" charset="0"/>
              </a:rPr>
              <a:t>Lorem ipsum dolor sit </a:t>
            </a:r>
            <a:r>
              <a:rPr lang="en-US" sz="1800" dirty="0" err="1">
                <a:latin typeface="Arial" panose="020B0604020202020204" pitchFamily="34" charset="0"/>
                <a:cs typeface="Arial" panose="020B0604020202020204" pitchFamily="34" charset="0"/>
              </a:rPr>
              <a:t>amet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consectetur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adipiscing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elit</a:t>
            </a:r>
            <a:r>
              <a:rPr lang="en-US" sz="1800" dirty="0">
                <a:latin typeface="Arial" panose="020B0604020202020204" pitchFamily="34" charset="0"/>
                <a:cs typeface="Arial" panose="020B0604020202020204" pitchFamily="34" charset="0"/>
              </a:rPr>
              <a:t>, sed do </a:t>
            </a:r>
            <a:r>
              <a:rPr lang="en-US" sz="1800" dirty="0" err="1">
                <a:latin typeface="Arial" panose="020B0604020202020204" pitchFamily="34" charset="0"/>
                <a:cs typeface="Arial" panose="020B0604020202020204" pitchFamily="34" charset="0"/>
              </a:rPr>
              <a:t>eiusmod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tempor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incididunt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ut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labore</a:t>
            </a:r>
            <a:r>
              <a:rPr lang="en-US" sz="1800" dirty="0">
                <a:latin typeface="Arial" panose="020B0604020202020204" pitchFamily="34" charset="0"/>
                <a:cs typeface="Arial" panose="020B0604020202020204" pitchFamily="34" charset="0"/>
              </a:rPr>
              <a:t> et dolore magna </a:t>
            </a:r>
            <a:r>
              <a:rPr lang="en-US" sz="1800" dirty="0" err="1">
                <a:latin typeface="Arial" panose="020B0604020202020204" pitchFamily="34" charset="0"/>
                <a:cs typeface="Arial" panose="020B0604020202020204" pitchFamily="34" charset="0"/>
              </a:rPr>
              <a:t>aliqua</a:t>
            </a:r>
            <a:r>
              <a:rPr lang="en-US" sz="1800" dirty="0">
                <a:latin typeface="Arial" panose="020B0604020202020204" pitchFamily="34" charset="0"/>
                <a:cs typeface="Arial" panose="020B0604020202020204" pitchFamily="34" charset="0"/>
              </a:rPr>
              <a:t>. Ut </a:t>
            </a:r>
            <a:r>
              <a:rPr lang="en-US" sz="1800" dirty="0" err="1">
                <a:latin typeface="Arial" panose="020B0604020202020204" pitchFamily="34" charset="0"/>
                <a:cs typeface="Arial" panose="020B0604020202020204" pitchFamily="34" charset="0"/>
              </a:rPr>
              <a:t>enim</a:t>
            </a:r>
            <a:r>
              <a:rPr lang="en-US" sz="1800" dirty="0">
                <a:latin typeface="Arial" panose="020B0604020202020204" pitchFamily="34" charset="0"/>
                <a:cs typeface="Arial" panose="020B0604020202020204" pitchFamily="34" charset="0"/>
              </a:rPr>
              <a:t> ad minim </a:t>
            </a:r>
            <a:r>
              <a:rPr lang="en-US" sz="1800" dirty="0" err="1">
                <a:latin typeface="Arial" panose="020B0604020202020204" pitchFamily="34" charset="0"/>
                <a:cs typeface="Arial" panose="020B0604020202020204" pitchFamily="34" charset="0"/>
              </a:rPr>
              <a:t>veniam</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quis</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nostrud</a:t>
            </a:r>
            <a:r>
              <a:rPr lang="en-US" sz="1800" dirty="0">
                <a:latin typeface="Arial" panose="020B0604020202020204" pitchFamily="34" charset="0"/>
                <a:cs typeface="Arial" panose="020B0604020202020204" pitchFamily="34" charset="0"/>
              </a:rPr>
              <a:t> exercitation </a:t>
            </a:r>
            <a:r>
              <a:rPr lang="en-US" sz="1800" dirty="0" err="1">
                <a:latin typeface="Arial" panose="020B0604020202020204" pitchFamily="34" charset="0"/>
                <a:cs typeface="Arial" panose="020B0604020202020204" pitchFamily="34" charset="0"/>
              </a:rPr>
              <a:t>ullamco</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laboris</a:t>
            </a:r>
            <a:r>
              <a:rPr lang="en-US" sz="1800" dirty="0">
                <a:latin typeface="Arial" panose="020B0604020202020204" pitchFamily="34" charset="0"/>
                <a:cs typeface="Arial" panose="020B0604020202020204" pitchFamily="34" charset="0"/>
              </a:rPr>
              <a:t> nisi </a:t>
            </a:r>
            <a:r>
              <a:rPr lang="en-US" sz="1800" dirty="0" err="1">
                <a:latin typeface="Arial" panose="020B0604020202020204" pitchFamily="34" charset="0"/>
                <a:cs typeface="Arial" panose="020B0604020202020204" pitchFamily="34" charset="0"/>
              </a:rPr>
              <a:t>ut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aliquip</a:t>
            </a:r>
            <a:r>
              <a:rPr lang="en-US" sz="1800" dirty="0">
                <a:latin typeface="Arial" panose="020B0604020202020204" pitchFamily="34" charset="0"/>
                <a:cs typeface="Arial" panose="020B0604020202020204" pitchFamily="34" charset="0"/>
              </a:rPr>
              <a:t> ex </a:t>
            </a:r>
            <a:r>
              <a:rPr lang="en-US" sz="1800" dirty="0" err="1">
                <a:latin typeface="Arial" panose="020B0604020202020204" pitchFamily="34" charset="0"/>
                <a:cs typeface="Arial" panose="020B0604020202020204" pitchFamily="34" charset="0"/>
              </a:rPr>
              <a:t>ea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commodo</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consequat</a:t>
            </a:r>
            <a:r>
              <a:rPr lang="en-US" sz="1800" dirty="0">
                <a:latin typeface="Arial" panose="020B0604020202020204" pitchFamily="34" charset="0"/>
                <a:cs typeface="Arial" panose="020B0604020202020204" pitchFamily="34" charset="0"/>
              </a:rPr>
              <a:t>. Duis </a:t>
            </a:r>
            <a:r>
              <a:rPr lang="en-US" sz="1800" dirty="0" err="1">
                <a:latin typeface="Arial" panose="020B0604020202020204" pitchFamily="34" charset="0"/>
                <a:cs typeface="Arial" panose="020B0604020202020204" pitchFamily="34" charset="0"/>
              </a:rPr>
              <a:t>aute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irure</a:t>
            </a:r>
            <a:r>
              <a:rPr lang="en-US" sz="1800" dirty="0">
                <a:latin typeface="Arial" panose="020B0604020202020204" pitchFamily="34" charset="0"/>
                <a:cs typeface="Arial" panose="020B0604020202020204" pitchFamily="34" charset="0"/>
              </a:rPr>
              <a:t> dolor in </a:t>
            </a:r>
            <a:r>
              <a:rPr lang="en-US" sz="1800" dirty="0" err="1">
                <a:latin typeface="Arial" panose="020B0604020202020204" pitchFamily="34" charset="0"/>
                <a:cs typeface="Arial" panose="020B0604020202020204" pitchFamily="34" charset="0"/>
              </a:rPr>
              <a:t>reprehenderit</a:t>
            </a:r>
            <a:r>
              <a:rPr lang="en-US" sz="1800" dirty="0">
                <a:latin typeface="Arial" panose="020B0604020202020204" pitchFamily="34" charset="0"/>
                <a:cs typeface="Arial" panose="020B0604020202020204" pitchFamily="34" charset="0"/>
              </a:rPr>
              <a:t> in </a:t>
            </a:r>
            <a:r>
              <a:rPr lang="en-US" sz="1800" dirty="0" err="1">
                <a:latin typeface="Arial" panose="020B0604020202020204" pitchFamily="34" charset="0"/>
                <a:cs typeface="Arial" panose="020B0604020202020204" pitchFamily="34" charset="0"/>
              </a:rPr>
              <a:t>voluptate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velit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esse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cillum</a:t>
            </a:r>
            <a:r>
              <a:rPr lang="en-US" sz="1800" dirty="0">
                <a:latin typeface="Arial" panose="020B0604020202020204" pitchFamily="34" charset="0"/>
                <a:cs typeface="Arial" panose="020B0604020202020204" pitchFamily="34" charset="0"/>
              </a:rPr>
              <a:t> dolore </a:t>
            </a:r>
            <a:r>
              <a:rPr lang="en-US" sz="1800" dirty="0" err="1">
                <a:latin typeface="Arial" panose="020B0604020202020204" pitchFamily="34" charset="0"/>
                <a:cs typeface="Arial" panose="020B0604020202020204" pitchFamily="34" charset="0"/>
              </a:rPr>
              <a:t>eu</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fugiat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nulla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pariatur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Excepteur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sint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occaecat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cupidatat</a:t>
            </a:r>
            <a:r>
              <a:rPr lang="en-US" sz="1800" dirty="0">
                <a:latin typeface="Arial" panose="020B0604020202020204" pitchFamily="34" charset="0"/>
                <a:cs typeface="Arial" panose="020B0604020202020204" pitchFamily="34" charset="0"/>
              </a:rPr>
              <a:t> non </a:t>
            </a:r>
            <a:r>
              <a:rPr lang="en-US" sz="1800" dirty="0" err="1">
                <a:latin typeface="Arial" panose="020B0604020202020204" pitchFamily="34" charset="0"/>
                <a:cs typeface="Arial" panose="020B0604020202020204" pitchFamily="34" charset="0"/>
              </a:rPr>
              <a:t>proident</a:t>
            </a:r>
            <a:r>
              <a:rPr lang="en-US" sz="1800" dirty="0">
                <a:latin typeface="Arial" panose="020B0604020202020204" pitchFamily="34" charset="0"/>
                <a:cs typeface="Arial" panose="020B0604020202020204" pitchFamily="34" charset="0"/>
              </a:rPr>
              <a:t>, sunt in culpa qui </a:t>
            </a:r>
            <a:r>
              <a:rPr lang="en-US" sz="1800" dirty="0" err="1">
                <a:latin typeface="Arial" panose="020B0604020202020204" pitchFamily="34" charset="0"/>
                <a:cs typeface="Arial" panose="020B0604020202020204" pitchFamily="34" charset="0"/>
              </a:rPr>
              <a:t>officia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deserunt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mollit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anim</a:t>
            </a:r>
            <a:r>
              <a:rPr lang="en-US" sz="1800" dirty="0">
                <a:latin typeface="Arial" panose="020B0604020202020204" pitchFamily="34" charset="0"/>
                <a:cs typeface="Arial" panose="020B0604020202020204" pitchFamily="34" charset="0"/>
              </a:rPr>
              <a:t> id </a:t>
            </a:r>
            <a:r>
              <a:rPr lang="en-US" sz="1800" dirty="0" err="1">
                <a:latin typeface="Arial" panose="020B0604020202020204" pitchFamily="34" charset="0"/>
                <a:cs typeface="Arial" panose="020B0604020202020204" pitchFamily="34" charset="0"/>
              </a:rPr>
              <a:t>est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laborum</a:t>
            </a:r>
            <a:r>
              <a:rPr lang="en-US" sz="1800" dirty="0">
                <a:latin typeface="Arial" panose="020B0604020202020204" pitchFamily="34" charset="0"/>
                <a:cs typeface="Arial" panose="020B0604020202020204" pitchFamily="34" charset="0"/>
              </a:rPr>
              <a:t>.</a:t>
            </a:r>
          </a:p>
          <a:p>
            <a:pPr marL="0" indent="0">
              <a:lnSpc>
                <a:spcPct val="100000"/>
              </a:lnSpc>
              <a:spcBef>
                <a:spcPts val="0"/>
              </a:spcBef>
              <a:buSzPts val="2000"/>
              <a:buNone/>
            </a:pPr>
            <a:endParaRPr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3000"/>
              <a:buNone/>
            </a:pPr>
            <a:r>
              <a:rPr lang="en-US" sz="2000" b="1" dirty="0">
                <a:solidFill>
                  <a:srgbClr val="15264B"/>
                </a:solidFill>
                <a:latin typeface="Arial" panose="020B0604020202020204" pitchFamily="34" charset="0"/>
                <a:ea typeface="Helvetica Neue Light"/>
                <a:cs typeface="Arial" panose="020B0604020202020204" pitchFamily="34" charset="0"/>
                <a:sym typeface="Helvetica Neue Light"/>
              </a:rPr>
              <a:t>Key design choices that create the user experience</a:t>
            </a:r>
            <a:endParaRPr lang="en-US" sz="2000" b="1" dirty="0">
              <a:solidFill>
                <a:srgbClr val="15264B"/>
              </a:solidFill>
              <a:latin typeface="+mn-lt"/>
              <a:ea typeface="Helvetica Neue Light"/>
              <a:cs typeface="Arial" panose="020B0604020202020204" pitchFamily="34" charset="0"/>
              <a:sym typeface="Helvetica Neue Light"/>
            </a:endParaRPr>
          </a:p>
          <a:p>
            <a:pPr marL="0" lvl="0" indent="0">
              <a:lnSpc>
                <a:spcPct val="100000"/>
              </a:lnSpc>
              <a:spcBef>
                <a:spcPts val="0"/>
              </a:spcBef>
              <a:buSzPts val="3000"/>
              <a:buNone/>
            </a:pPr>
            <a:endParaRPr lang="en-US" sz="1800" b="1"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3000"/>
              <a:buNone/>
            </a:pPr>
            <a:r>
              <a:rPr lang="en-US" sz="1800" dirty="0">
                <a:latin typeface="Arial" panose="020B0604020202020204" pitchFamily="34" charset="0"/>
                <a:cs typeface="Arial" panose="020B0604020202020204" pitchFamily="34" charset="0"/>
              </a:rPr>
              <a:t>Lorem ipsum dolor sit </a:t>
            </a:r>
            <a:r>
              <a:rPr lang="en-US" sz="1800" dirty="0" err="1">
                <a:latin typeface="Arial" panose="020B0604020202020204" pitchFamily="34" charset="0"/>
                <a:cs typeface="Arial" panose="020B0604020202020204" pitchFamily="34" charset="0"/>
              </a:rPr>
              <a:t>amet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consectetur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adipiscing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elit</a:t>
            </a:r>
            <a:r>
              <a:rPr lang="en-US" sz="1800" dirty="0">
                <a:latin typeface="Arial" panose="020B0604020202020204" pitchFamily="34" charset="0"/>
                <a:cs typeface="Arial" panose="020B0604020202020204" pitchFamily="34" charset="0"/>
              </a:rPr>
              <a:t>, sed do </a:t>
            </a:r>
            <a:r>
              <a:rPr lang="en-US" sz="1800" dirty="0" err="1">
                <a:latin typeface="Arial" panose="020B0604020202020204" pitchFamily="34" charset="0"/>
                <a:cs typeface="Arial" panose="020B0604020202020204" pitchFamily="34" charset="0"/>
              </a:rPr>
              <a:t>eiusmod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tempor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incididunt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ut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labore</a:t>
            </a:r>
            <a:r>
              <a:rPr lang="en-US" sz="1800" dirty="0">
                <a:latin typeface="Arial" panose="020B0604020202020204" pitchFamily="34" charset="0"/>
                <a:cs typeface="Arial" panose="020B0604020202020204" pitchFamily="34" charset="0"/>
              </a:rPr>
              <a:t> et dolore magna </a:t>
            </a:r>
            <a:r>
              <a:rPr lang="en-US" sz="1800" dirty="0" err="1">
                <a:latin typeface="Arial" panose="020B0604020202020204" pitchFamily="34" charset="0"/>
                <a:cs typeface="Arial" panose="020B0604020202020204" pitchFamily="34" charset="0"/>
              </a:rPr>
              <a:t>aliqua</a:t>
            </a:r>
            <a:r>
              <a:rPr lang="en-US" sz="1800" dirty="0">
                <a:latin typeface="Arial" panose="020B0604020202020204" pitchFamily="34" charset="0"/>
                <a:cs typeface="Arial" panose="020B0604020202020204" pitchFamily="34" charset="0"/>
              </a:rPr>
              <a:t>.</a:t>
            </a:r>
            <a:endParaRPr lang="en-US" sz="1800" b="1" dirty="0">
              <a:solidFill>
                <a:schemeClr val="tx1"/>
              </a:solidFill>
              <a:latin typeface="Arial" panose="020B0604020202020204" pitchFamily="34" charset="0"/>
              <a:cs typeface="Arial" panose="020B0604020202020204" pitchFamily="34" charset="0"/>
            </a:endParaRPr>
          </a:p>
        </p:txBody>
      </p:sp>
      <p:sp>
        <p:nvSpPr>
          <p:cNvPr id="18" name="Google Shape;145;p7">
            <a:extLst>
              <a:ext uri="{FF2B5EF4-FFF2-40B4-BE49-F238E27FC236}">
                <a16:creationId xmlns:a16="http://schemas.microsoft.com/office/drawing/2014/main" id="{9B3ECFC5-1362-DB88-5921-7868D9FD3824}"/>
              </a:ext>
            </a:extLst>
          </p:cNvPr>
          <p:cNvSpPr/>
          <p:nvPr/>
        </p:nvSpPr>
        <p:spPr>
          <a:xfrm rot="10800000" flipH="1">
            <a:off x="0" y="6437013"/>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51EF6679-D26D-0D37-C70C-621665424B4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A8D29143-73D7-2F20-D194-BE7C3CB8D6D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D34F6087-9791-A672-F1A4-E2F02E647674}"/>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2F63418E-44EC-52DD-C7D2-64969A1070A9}"/>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C9C0B43D-B207-2594-D94E-A9D7F5CC8785}"/>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lvl="0"/>
            <a:r>
              <a:rPr lang="en-US" sz="2400" dirty="0">
                <a:solidFill>
                  <a:schemeClr val="lt1"/>
                </a:solidFill>
                <a:ea typeface="Helvetica Neue Light"/>
                <a:cs typeface="Helvetica Neue Light"/>
                <a:sym typeface="Helvetica Neue Light"/>
              </a:rPr>
              <a:t>Mechanism Discussion (see “Content” rubric items) </a:t>
            </a:r>
          </a:p>
        </p:txBody>
      </p:sp>
      <p:sp>
        <p:nvSpPr>
          <p:cNvPr id="3" name="TextBox 2">
            <a:extLst>
              <a:ext uri="{FF2B5EF4-FFF2-40B4-BE49-F238E27FC236}">
                <a16:creationId xmlns:a16="http://schemas.microsoft.com/office/drawing/2014/main" id="{1F1D9DDF-D00C-6B06-22D0-021E662D00F0}"/>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5" name="Slide Number Placeholder 4">
            <a:extLst>
              <a:ext uri="{FF2B5EF4-FFF2-40B4-BE49-F238E27FC236}">
                <a16:creationId xmlns:a16="http://schemas.microsoft.com/office/drawing/2014/main" id="{082BB783-106F-0AC3-9DD8-50F31F08B098}"/>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8</a:t>
            </a:fld>
            <a:endParaRPr lang="en-US" sz="1400" dirty="0">
              <a:solidFill>
                <a:schemeClr val="bg1"/>
              </a:solidFill>
            </a:endParaRPr>
          </a:p>
        </p:txBody>
      </p:sp>
    </p:spTree>
    <p:extLst>
      <p:ext uri="{BB962C8B-B14F-4D97-AF65-F5344CB8AC3E}">
        <p14:creationId xmlns:p14="http://schemas.microsoft.com/office/powerpoint/2010/main" val="3056494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5A7F7E7B-3DE5-9AEB-8FCA-048DC8919DEE}"/>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34BD43FB-B9F2-2E26-8576-50E01DD5A15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600" b="1" dirty="0">
                <a:solidFill>
                  <a:srgbClr val="E84B36"/>
                </a:solidFill>
                <a:latin typeface="Arial" panose="020B0604020202020204" pitchFamily="34" charset="0"/>
                <a:cs typeface="Arial" panose="020B0604020202020204" pitchFamily="34" charset="0"/>
                <a:sym typeface="Helvetica Neue Light"/>
              </a:rPr>
              <a:t>Prototype demonstration (prepare physical demo, include images on slide)</a:t>
            </a:r>
            <a:endParaRPr lang="en-US" sz="2600" b="1" dirty="0">
              <a:solidFill>
                <a:srgbClr val="E84B36"/>
              </a:solidFill>
              <a:latin typeface="Arial" panose="020B0604020202020204" pitchFamily="34" charset="0"/>
              <a:cs typeface="Arial" panose="020B0604020202020204" pitchFamily="34" charset="0"/>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indent="0">
              <a:lnSpc>
                <a:spcPct val="100000"/>
              </a:lnSpc>
              <a:spcBef>
                <a:spcPts val="0"/>
              </a:spcBef>
              <a:buSzPts val="2000"/>
              <a:buNone/>
            </a:pPr>
            <a:r>
              <a:rPr lang="en-US" sz="1800" dirty="0">
                <a:latin typeface="Arial" panose="020B0604020202020204" pitchFamily="34" charset="0"/>
                <a:cs typeface="Arial" panose="020B0604020202020204" pitchFamily="34" charset="0"/>
              </a:rPr>
              <a:t>Lorem ipsum dolor sit </a:t>
            </a:r>
            <a:r>
              <a:rPr lang="en-US" sz="1800" dirty="0" err="1">
                <a:latin typeface="Arial" panose="020B0604020202020204" pitchFamily="34" charset="0"/>
                <a:cs typeface="Arial" panose="020B0604020202020204" pitchFamily="34" charset="0"/>
              </a:rPr>
              <a:t>amet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consectetur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adipiscing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elit</a:t>
            </a:r>
            <a:r>
              <a:rPr lang="en-US" sz="1800" dirty="0">
                <a:latin typeface="Arial" panose="020B0604020202020204" pitchFamily="34" charset="0"/>
                <a:cs typeface="Arial" panose="020B0604020202020204" pitchFamily="34" charset="0"/>
              </a:rPr>
              <a:t>, sed do </a:t>
            </a:r>
            <a:r>
              <a:rPr lang="en-US" sz="1800" dirty="0" err="1">
                <a:latin typeface="Arial" panose="020B0604020202020204" pitchFamily="34" charset="0"/>
                <a:cs typeface="Arial" panose="020B0604020202020204" pitchFamily="34" charset="0"/>
              </a:rPr>
              <a:t>eiusmod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tempor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incididunt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ut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labore</a:t>
            </a:r>
            <a:r>
              <a:rPr lang="en-US" sz="1800" dirty="0">
                <a:latin typeface="Arial" panose="020B0604020202020204" pitchFamily="34" charset="0"/>
                <a:cs typeface="Arial" panose="020B0604020202020204" pitchFamily="34" charset="0"/>
              </a:rPr>
              <a:t> et dolore magna </a:t>
            </a:r>
            <a:r>
              <a:rPr lang="en-US" sz="1800" dirty="0" err="1">
                <a:latin typeface="Arial" panose="020B0604020202020204" pitchFamily="34" charset="0"/>
                <a:cs typeface="Arial" panose="020B0604020202020204" pitchFamily="34" charset="0"/>
              </a:rPr>
              <a:t>aliqua</a:t>
            </a:r>
            <a:r>
              <a:rPr lang="en-US" sz="1800" dirty="0">
                <a:latin typeface="Arial" panose="020B0604020202020204" pitchFamily="34" charset="0"/>
                <a:cs typeface="Arial" panose="020B0604020202020204" pitchFamily="34" charset="0"/>
              </a:rPr>
              <a:t>. Ut </a:t>
            </a:r>
            <a:r>
              <a:rPr lang="en-US" sz="1800" dirty="0" err="1">
                <a:latin typeface="Arial" panose="020B0604020202020204" pitchFamily="34" charset="0"/>
                <a:cs typeface="Arial" panose="020B0604020202020204" pitchFamily="34" charset="0"/>
              </a:rPr>
              <a:t>enim</a:t>
            </a:r>
            <a:r>
              <a:rPr lang="en-US" sz="1800" dirty="0">
                <a:latin typeface="Arial" panose="020B0604020202020204" pitchFamily="34" charset="0"/>
                <a:cs typeface="Arial" panose="020B0604020202020204" pitchFamily="34" charset="0"/>
              </a:rPr>
              <a:t> ad minim </a:t>
            </a:r>
            <a:r>
              <a:rPr lang="en-US" sz="1800" dirty="0" err="1">
                <a:latin typeface="Arial" panose="020B0604020202020204" pitchFamily="34" charset="0"/>
                <a:cs typeface="Arial" panose="020B0604020202020204" pitchFamily="34" charset="0"/>
              </a:rPr>
              <a:t>veniam</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quis</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nostrud</a:t>
            </a:r>
            <a:r>
              <a:rPr lang="en-US" sz="1800" dirty="0">
                <a:latin typeface="Arial" panose="020B0604020202020204" pitchFamily="34" charset="0"/>
                <a:cs typeface="Arial" panose="020B0604020202020204" pitchFamily="34" charset="0"/>
              </a:rPr>
              <a:t> exercitation </a:t>
            </a:r>
            <a:r>
              <a:rPr lang="en-US" sz="1800" dirty="0" err="1">
                <a:latin typeface="Arial" panose="020B0604020202020204" pitchFamily="34" charset="0"/>
                <a:cs typeface="Arial" panose="020B0604020202020204" pitchFamily="34" charset="0"/>
              </a:rPr>
              <a:t>ullamco</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laboris</a:t>
            </a:r>
            <a:r>
              <a:rPr lang="en-US" sz="1800" dirty="0">
                <a:latin typeface="Arial" panose="020B0604020202020204" pitchFamily="34" charset="0"/>
                <a:cs typeface="Arial" panose="020B0604020202020204" pitchFamily="34" charset="0"/>
              </a:rPr>
              <a:t> nisi </a:t>
            </a:r>
            <a:r>
              <a:rPr lang="en-US" sz="1800" dirty="0" err="1">
                <a:latin typeface="Arial" panose="020B0604020202020204" pitchFamily="34" charset="0"/>
                <a:cs typeface="Arial" panose="020B0604020202020204" pitchFamily="34" charset="0"/>
              </a:rPr>
              <a:t>ut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aliquip</a:t>
            </a:r>
            <a:r>
              <a:rPr lang="en-US" sz="1800" dirty="0">
                <a:latin typeface="Arial" panose="020B0604020202020204" pitchFamily="34" charset="0"/>
                <a:cs typeface="Arial" panose="020B0604020202020204" pitchFamily="34" charset="0"/>
              </a:rPr>
              <a:t> ex </a:t>
            </a:r>
            <a:r>
              <a:rPr lang="en-US" sz="1800" dirty="0" err="1">
                <a:latin typeface="Arial" panose="020B0604020202020204" pitchFamily="34" charset="0"/>
                <a:cs typeface="Arial" panose="020B0604020202020204" pitchFamily="34" charset="0"/>
              </a:rPr>
              <a:t>ea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commodo</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consequat</a:t>
            </a:r>
            <a:r>
              <a:rPr lang="en-US" sz="1800" dirty="0">
                <a:latin typeface="Arial" panose="020B0604020202020204" pitchFamily="34" charset="0"/>
                <a:cs typeface="Arial" panose="020B0604020202020204" pitchFamily="34" charset="0"/>
              </a:rPr>
              <a:t>. Duis </a:t>
            </a:r>
            <a:r>
              <a:rPr lang="en-US" sz="1800" dirty="0" err="1">
                <a:latin typeface="Arial" panose="020B0604020202020204" pitchFamily="34" charset="0"/>
                <a:cs typeface="Arial" panose="020B0604020202020204" pitchFamily="34" charset="0"/>
              </a:rPr>
              <a:t>aute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irure</a:t>
            </a:r>
            <a:r>
              <a:rPr lang="en-US" sz="1800" dirty="0">
                <a:latin typeface="Arial" panose="020B0604020202020204" pitchFamily="34" charset="0"/>
                <a:cs typeface="Arial" panose="020B0604020202020204" pitchFamily="34" charset="0"/>
              </a:rPr>
              <a:t> dolor in </a:t>
            </a:r>
            <a:r>
              <a:rPr lang="en-US" sz="1800" dirty="0" err="1">
                <a:latin typeface="Arial" panose="020B0604020202020204" pitchFamily="34" charset="0"/>
                <a:cs typeface="Arial" panose="020B0604020202020204" pitchFamily="34" charset="0"/>
              </a:rPr>
              <a:t>reprehenderit</a:t>
            </a:r>
            <a:r>
              <a:rPr lang="en-US" sz="1800" dirty="0">
                <a:latin typeface="Arial" panose="020B0604020202020204" pitchFamily="34" charset="0"/>
                <a:cs typeface="Arial" panose="020B0604020202020204" pitchFamily="34" charset="0"/>
              </a:rPr>
              <a:t> in </a:t>
            </a:r>
            <a:r>
              <a:rPr lang="en-US" sz="1800" dirty="0" err="1">
                <a:latin typeface="Arial" panose="020B0604020202020204" pitchFamily="34" charset="0"/>
                <a:cs typeface="Arial" panose="020B0604020202020204" pitchFamily="34" charset="0"/>
              </a:rPr>
              <a:t>voluptate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velit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esse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cillum</a:t>
            </a:r>
            <a:r>
              <a:rPr lang="en-US" sz="1800" dirty="0">
                <a:latin typeface="Arial" panose="020B0604020202020204" pitchFamily="34" charset="0"/>
                <a:cs typeface="Arial" panose="020B0604020202020204" pitchFamily="34" charset="0"/>
              </a:rPr>
              <a:t> dolore </a:t>
            </a:r>
            <a:r>
              <a:rPr lang="en-US" sz="1800" dirty="0" err="1">
                <a:latin typeface="Arial" panose="020B0604020202020204" pitchFamily="34" charset="0"/>
                <a:cs typeface="Arial" panose="020B0604020202020204" pitchFamily="34" charset="0"/>
              </a:rPr>
              <a:t>eu</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fugiat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nulla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pariatur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Excepteur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sint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occaecat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cupidatat</a:t>
            </a:r>
            <a:r>
              <a:rPr lang="en-US" sz="1800" dirty="0">
                <a:latin typeface="Arial" panose="020B0604020202020204" pitchFamily="34" charset="0"/>
                <a:cs typeface="Arial" panose="020B0604020202020204" pitchFamily="34" charset="0"/>
              </a:rPr>
              <a:t> non </a:t>
            </a:r>
            <a:r>
              <a:rPr lang="en-US" sz="1800" dirty="0" err="1">
                <a:latin typeface="Arial" panose="020B0604020202020204" pitchFamily="34" charset="0"/>
                <a:cs typeface="Arial" panose="020B0604020202020204" pitchFamily="34" charset="0"/>
              </a:rPr>
              <a:t>proident</a:t>
            </a:r>
            <a:r>
              <a:rPr lang="en-US" sz="1800" dirty="0">
                <a:latin typeface="Arial" panose="020B0604020202020204" pitchFamily="34" charset="0"/>
                <a:cs typeface="Arial" panose="020B0604020202020204" pitchFamily="34" charset="0"/>
              </a:rPr>
              <a:t>, sunt in culpa qui </a:t>
            </a:r>
            <a:r>
              <a:rPr lang="en-US" sz="1800" dirty="0" err="1">
                <a:latin typeface="Arial" panose="020B0604020202020204" pitchFamily="34" charset="0"/>
                <a:cs typeface="Arial" panose="020B0604020202020204" pitchFamily="34" charset="0"/>
              </a:rPr>
              <a:t>officia</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deserunt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mollit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anim</a:t>
            </a:r>
            <a:r>
              <a:rPr lang="en-US" sz="1800" dirty="0">
                <a:latin typeface="Arial" panose="020B0604020202020204" pitchFamily="34" charset="0"/>
                <a:cs typeface="Arial" panose="020B0604020202020204" pitchFamily="34" charset="0"/>
              </a:rPr>
              <a:t> id </a:t>
            </a:r>
            <a:r>
              <a:rPr lang="en-US" sz="1800" dirty="0" err="1">
                <a:latin typeface="Arial" panose="020B0604020202020204" pitchFamily="34" charset="0"/>
                <a:cs typeface="Arial" panose="020B0604020202020204" pitchFamily="34" charset="0"/>
              </a:rPr>
              <a:t>est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laborum</a:t>
            </a:r>
            <a:r>
              <a:rPr lang="en-US" sz="1800" dirty="0">
                <a:latin typeface="Arial" panose="020B0604020202020204" pitchFamily="34" charset="0"/>
                <a:cs typeface="Arial" panose="020B0604020202020204" pitchFamily="34" charset="0"/>
              </a:rPr>
              <a:t>.</a:t>
            </a:r>
          </a:p>
          <a:p>
            <a:pPr marL="0" indent="0">
              <a:lnSpc>
                <a:spcPct val="100000"/>
              </a:lnSpc>
              <a:spcBef>
                <a:spcPts val="0"/>
              </a:spcBef>
              <a:buSzPts val="2000"/>
              <a:buNone/>
            </a:pPr>
            <a:endParaRPr lang="en-US" sz="1800" dirty="0">
              <a:latin typeface="Arial" panose="020B0604020202020204" pitchFamily="34" charset="0"/>
              <a:cs typeface="Arial" panose="020B0604020202020204" pitchFamily="34" charset="0"/>
            </a:endParaRPr>
          </a:p>
          <a:p>
            <a:pPr marL="0" lvl="0" indent="0">
              <a:lnSpc>
                <a:spcPct val="100000"/>
              </a:lnSpc>
              <a:spcBef>
                <a:spcPts val="0"/>
              </a:spcBef>
              <a:buSzPts val="3000"/>
              <a:buNone/>
            </a:pPr>
            <a:r>
              <a:rPr lang="en-US" sz="2000" b="1" dirty="0">
                <a:solidFill>
                  <a:srgbClr val="15264B"/>
                </a:solidFill>
                <a:latin typeface="Arial" panose="020B0604020202020204" pitchFamily="34" charset="0"/>
                <a:ea typeface="Helvetica Neue Light"/>
                <a:cs typeface="Arial" panose="020B0604020202020204" pitchFamily="34" charset="0"/>
                <a:sym typeface="Helvetica Neue Light"/>
              </a:rPr>
              <a:t>Highlight major mechanical motions of prototype, making sure to abide by design constraints</a:t>
            </a:r>
            <a:endParaRPr lang="en-US" sz="2000" b="1" dirty="0">
              <a:solidFill>
                <a:srgbClr val="15264B"/>
              </a:solidFill>
              <a:ea typeface="Helvetica Neue Light"/>
              <a:cs typeface="Arial" panose="020B0604020202020204" pitchFamily="34" charset="0"/>
              <a:sym typeface="Helvetica Neue Light"/>
            </a:endParaRPr>
          </a:p>
          <a:p>
            <a:pPr marL="0" lvl="0" indent="0">
              <a:lnSpc>
                <a:spcPct val="100000"/>
              </a:lnSpc>
              <a:spcBef>
                <a:spcPts val="0"/>
              </a:spcBef>
              <a:buSzPts val="3000"/>
              <a:buNone/>
            </a:pPr>
            <a:endParaRPr lang="en-US" sz="1800" b="1"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3000"/>
              <a:buNone/>
            </a:pPr>
            <a:r>
              <a:rPr lang="en-US" sz="1800" dirty="0">
                <a:latin typeface="Arial" panose="020B0604020202020204" pitchFamily="34" charset="0"/>
                <a:cs typeface="Arial" panose="020B0604020202020204" pitchFamily="34" charset="0"/>
              </a:rPr>
              <a:t>Lorem ipsum dolor sit </a:t>
            </a:r>
            <a:r>
              <a:rPr lang="en-US" sz="1800" dirty="0" err="1">
                <a:latin typeface="Arial" panose="020B0604020202020204" pitchFamily="34" charset="0"/>
                <a:cs typeface="Arial" panose="020B0604020202020204" pitchFamily="34" charset="0"/>
              </a:rPr>
              <a:t>amet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consectetur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adipiscing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elit</a:t>
            </a:r>
            <a:r>
              <a:rPr lang="en-US" sz="1800" dirty="0">
                <a:latin typeface="Arial" panose="020B0604020202020204" pitchFamily="34" charset="0"/>
                <a:cs typeface="Arial" panose="020B0604020202020204" pitchFamily="34" charset="0"/>
              </a:rPr>
              <a:t>, sed do </a:t>
            </a:r>
            <a:r>
              <a:rPr lang="en-US" sz="1800" dirty="0" err="1">
                <a:latin typeface="Arial" panose="020B0604020202020204" pitchFamily="34" charset="0"/>
                <a:cs typeface="Arial" panose="020B0604020202020204" pitchFamily="34" charset="0"/>
              </a:rPr>
              <a:t>eiusmod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tempor</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incididunt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ut</a:t>
            </a:r>
            <a:r>
              <a:rPr lang="en-US" sz="1800" dirty="0">
                <a:latin typeface="Arial" panose="020B0604020202020204" pitchFamily="34" charset="0"/>
                <a:cs typeface="Arial" panose="020B0604020202020204" pitchFamily="34" charset="0"/>
              </a:rPr>
              <a:t> labore et dolore magna </a:t>
            </a:r>
            <a:r>
              <a:rPr lang="en-US" sz="1800" dirty="0" err="1">
                <a:latin typeface="Arial" panose="020B0604020202020204" pitchFamily="34" charset="0"/>
                <a:cs typeface="Arial" panose="020B0604020202020204" pitchFamily="34" charset="0"/>
              </a:rPr>
              <a:t>aliqua</a:t>
            </a:r>
            <a:r>
              <a:rPr lang="en-US" sz="1800" dirty="0">
                <a:latin typeface="Arial" panose="020B0604020202020204" pitchFamily="34" charset="0"/>
                <a:cs typeface="Arial" panose="020B0604020202020204" pitchFamily="34" charset="0"/>
              </a:rPr>
              <a:t>.</a:t>
            </a:r>
            <a:endParaRPr lang="en-US" sz="1800" b="1" dirty="0">
              <a:solidFill>
                <a:schemeClr val="tx1"/>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endParaRPr lang="en-US" sz="1800" dirty="0">
              <a:latin typeface="Arial" panose="020B0604020202020204" pitchFamily="34" charset="0"/>
              <a:cs typeface="Arial" panose="020B0604020202020204" pitchFamily="34" charset="0"/>
            </a:endParaRPr>
          </a:p>
          <a:p>
            <a:pPr marL="0" indent="0">
              <a:lnSpc>
                <a:spcPct val="100000"/>
              </a:lnSpc>
              <a:spcBef>
                <a:spcPts val="0"/>
              </a:spcBef>
              <a:buSzPts val="2000"/>
              <a:buNone/>
            </a:pPr>
            <a:endParaRPr sz="1800" dirty="0">
              <a:solidFill>
                <a:schemeClr val="tx1"/>
              </a:solidFill>
              <a:latin typeface="Arial" panose="020B0604020202020204" pitchFamily="34" charset="0"/>
              <a:ea typeface="Helvetica Neue Light"/>
              <a:cs typeface="Arial" panose="020B0604020202020204" pitchFamily="34" charset="0"/>
              <a:sym typeface="Helvetica Neue Light"/>
            </a:endParaRPr>
          </a:p>
        </p:txBody>
      </p:sp>
      <p:sp>
        <p:nvSpPr>
          <p:cNvPr id="18" name="Google Shape;145;p7">
            <a:extLst>
              <a:ext uri="{FF2B5EF4-FFF2-40B4-BE49-F238E27FC236}">
                <a16:creationId xmlns:a16="http://schemas.microsoft.com/office/drawing/2014/main" id="{27B473F8-ECFE-6C36-F343-DF5741669165}"/>
              </a:ext>
            </a:extLst>
          </p:cNvPr>
          <p:cNvSpPr/>
          <p:nvPr/>
        </p:nvSpPr>
        <p:spPr>
          <a:xfrm rot="10800000" flipH="1">
            <a:off x="0" y="6437013"/>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95DB1BCA-B944-04E4-ED77-11F161F6F51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C55FC328-C598-7C8A-220C-1470F4B047C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BF18E058-C5E4-9B77-CB33-40D93008A4F9}"/>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79A83168-74C1-F046-109F-478B72358899}"/>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22AC0C00-E140-A990-F3FB-C87F8B277BD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lvl="0"/>
            <a:r>
              <a:rPr lang="en-US" sz="2400" dirty="0">
                <a:solidFill>
                  <a:schemeClr val="lt1"/>
                </a:solidFill>
                <a:ea typeface="Helvetica Neue Light"/>
                <a:cs typeface="Helvetica Neue Light"/>
                <a:sym typeface="Helvetica Neue Light"/>
              </a:rPr>
              <a:t>Prototype demo</a:t>
            </a:r>
          </a:p>
        </p:txBody>
      </p:sp>
      <p:sp>
        <p:nvSpPr>
          <p:cNvPr id="3" name="TextBox 2">
            <a:extLst>
              <a:ext uri="{FF2B5EF4-FFF2-40B4-BE49-F238E27FC236}">
                <a16:creationId xmlns:a16="http://schemas.microsoft.com/office/drawing/2014/main" id="{C6439B9D-E346-3ED9-4E7C-D5878B9DE043}"/>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5" name="Slide Number Placeholder 4">
            <a:extLst>
              <a:ext uri="{FF2B5EF4-FFF2-40B4-BE49-F238E27FC236}">
                <a16:creationId xmlns:a16="http://schemas.microsoft.com/office/drawing/2014/main" id="{02D845C7-B2B8-26D0-3F8B-B947DCAD22E6}"/>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9</a:t>
            </a:fld>
            <a:endParaRPr lang="en-US" sz="1400" dirty="0">
              <a:solidFill>
                <a:schemeClr val="bg1"/>
              </a:solidFill>
            </a:endParaRPr>
          </a:p>
        </p:txBody>
      </p:sp>
    </p:spTree>
    <p:extLst>
      <p:ext uri="{BB962C8B-B14F-4D97-AF65-F5344CB8AC3E}">
        <p14:creationId xmlns:p14="http://schemas.microsoft.com/office/powerpoint/2010/main" val="1849579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5;p7">
            <a:extLst>
              <a:ext uri="{FF2B5EF4-FFF2-40B4-BE49-F238E27FC236}">
                <a16:creationId xmlns:a16="http://schemas.microsoft.com/office/drawing/2014/main" id="{8FE8EAD3-2D7F-0846-8465-1E5EC531CB76}"/>
              </a:ext>
            </a:extLst>
          </p:cNvPr>
          <p:cNvSpPr/>
          <p:nvPr/>
        </p:nvSpPr>
        <p:spPr>
          <a:xfrm rot="10800000" flipH="1">
            <a:off x="-1" y="8163"/>
            <a:ext cx="12192000" cy="6858000"/>
          </a:xfrm>
          <a:prstGeom prst="rect">
            <a:avLst/>
          </a:prstGeom>
          <a:gradFill flip="none" rotWithShape="1">
            <a:gsLst>
              <a:gs pos="0">
                <a:srgbClr val="1B4284"/>
              </a:gs>
              <a:gs pos="100000">
                <a:srgbClr val="13294B"/>
              </a:gs>
            </a:gsLst>
            <a:lin ang="1890000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3" name="Picture 2" descr="A close up of a newspaper&#10;&#10;Description automatically generated">
            <a:extLst>
              <a:ext uri="{FF2B5EF4-FFF2-40B4-BE49-F238E27FC236}">
                <a16:creationId xmlns:a16="http://schemas.microsoft.com/office/drawing/2014/main" id="{40BBED40-2928-B047-86D9-C914F64EDE53}"/>
              </a:ext>
            </a:extLst>
          </p:cNvPr>
          <p:cNvPicPr>
            <a:picLocks noChangeAspect="1"/>
          </p:cNvPicPr>
          <p:nvPr/>
        </p:nvPicPr>
        <p:blipFill>
          <a:blip r:embed="rId2">
            <a:alphaModFix amt="30000"/>
          </a:blip>
          <a:stretch>
            <a:fillRect/>
          </a:stretch>
        </p:blipFill>
        <p:spPr>
          <a:xfrm>
            <a:off x="-1" y="8164"/>
            <a:ext cx="12192000" cy="6858000"/>
          </a:xfrm>
          <a:prstGeom prst="rect">
            <a:avLst/>
          </a:prstGeom>
        </p:spPr>
      </p:pic>
      <p:pic>
        <p:nvPicPr>
          <p:cNvPr id="7" name="Picture 6" descr="Graphical user interface, text&#10;&#10;Description automatically generated">
            <a:extLst>
              <a:ext uri="{FF2B5EF4-FFF2-40B4-BE49-F238E27FC236}">
                <a16:creationId xmlns:a16="http://schemas.microsoft.com/office/drawing/2014/main" id="{F63AF0C5-85E3-5442-BD93-F22B807C76B5}"/>
              </a:ext>
            </a:extLst>
          </p:cNvPr>
          <p:cNvPicPr>
            <a:picLocks noChangeAspect="1"/>
          </p:cNvPicPr>
          <p:nvPr/>
        </p:nvPicPr>
        <p:blipFill>
          <a:blip r:embed="rId3"/>
          <a:stretch>
            <a:fillRect/>
          </a:stretch>
        </p:blipFill>
        <p:spPr>
          <a:xfrm>
            <a:off x="2530021" y="2252985"/>
            <a:ext cx="7131957" cy="2352029"/>
          </a:xfrm>
          <a:prstGeom prst="rect">
            <a:avLst/>
          </a:prstGeom>
        </p:spPr>
      </p:pic>
    </p:spTree>
    <p:extLst>
      <p:ext uri="{BB962C8B-B14F-4D97-AF65-F5344CB8AC3E}">
        <p14:creationId xmlns:p14="http://schemas.microsoft.com/office/powerpoint/2010/main" val="278040543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hort_UIUC_Template.potm" id="{55EFEA3B-ADC2-48A0-BCCD-A119EA483898}" vid="{8AEE1448-03A1-4086-8145-CF73B70A6259}"/>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Short_UIUC_Template</Template>
  <TotalTime>64</TotalTime>
  <Words>1097</Words>
  <Application>Microsoft Office PowerPoint</Application>
  <PresentationFormat>Widescreen</PresentationFormat>
  <Paragraphs>103</Paragraphs>
  <Slides>10</Slides>
  <Notes>8</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Wandke, Kevin E</dc:creator>
  <cp:lastModifiedBy>Wandke, Kevin E</cp:lastModifiedBy>
  <cp:revision>125</cp:revision>
  <dcterms:created xsi:type="dcterms:W3CDTF">2025-09-09T17:56:16Z</dcterms:created>
  <dcterms:modified xsi:type="dcterms:W3CDTF">2025-09-30T21:35:28Z</dcterms:modified>
</cp:coreProperties>
</file>